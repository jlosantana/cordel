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09611239f4934" /><Relationship Type="http://schemas.openxmlformats.org/officeDocument/2006/relationships/extended-properties" Target="/docProps/app.xml" Id="R316967f73e704a4e" /><Relationship Type="http://schemas.openxmlformats.org/officeDocument/2006/relationships/officeDocument" Target="/ppt/presentation.xml" Id="R5d78aa25ede9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8de04a71eb4d8a"/>
  </p:sldMasterIdLst>
  <p:notesMasterIdLst>
    <p:notesMasterId xmlns:r="http://schemas.openxmlformats.org/officeDocument/2006/relationships" r:id="R49628646c16849b3"/>
  </p:notesMasterIdLst>
  <p:sldIdLst>
    <p:sldId xmlns:r="http://schemas.openxmlformats.org/officeDocument/2006/relationships" id="256" r:id="Rd1ab43bcba884c40"/>
    <p:sldId xmlns:r="http://schemas.openxmlformats.org/officeDocument/2006/relationships" id="257" r:id="R834caf86a4fe4824"/>
    <p:sldId xmlns:r="http://schemas.openxmlformats.org/officeDocument/2006/relationships" id="258" r:id="Rca532d2a0115478c"/>
    <p:sldId xmlns:r="http://schemas.openxmlformats.org/officeDocument/2006/relationships" id="259" r:id="Rd99aca6203c445a6"/>
    <p:sldId xmlns:r="http://schemas.openxmlformats.org/officeDocument/2006/relationships" id="260" r:id="R13a08243aabf4564"/>
    <p:sldId xmlns:r="http://schemas.openxmlformats.org/officeDocument/2006/relationships" id="261" r:id="Rb9242e9d8cd7488e"/>
    <p:sldId xmlns:r="http://schemas.openxmlformats.org/officeDocument/2006/relationships" id="262" r:id="R72c148ef0c804685"/>
    <p:sldId xmlns:r="http://schemas.openxmlformats.org/officeDocument/2006/relationships" id="263" r:id="Rfc3370477d4e4446"/>
    <p:sldId xmlns:r="http://schemas.openxmlformats.org/officeDocument/2006/relationships" id="264" r:id="R107346f552664f5f"/>
    <p:sldId xmlns:r="http://schemas.openxmlformats.org/officeDocument/2006/relationships" id="265" r:id="R01e2285e70be4a6d"/>
    <p:sldId xmlns:r="http://schemas.openxmlformats.org/officeDocument/2006/relationships" id="266" r:id="Ree2a4e49ef3f499c"/>
    <p:sldId xmlns:r="http://schemas.openxmlformats.org/officeDocument/2006/relationships" id="267" r:id="Rf9f7330e47ae43f6"/>
    <p:sldId xmlns:r="http://schemas.openxmlformats.org/officeDocument/2006/relationships" id="268" r:id="Rbdd1645046f446e2"/>
    <p:sldId xmlns:r="http://schemas.openxmlformats.org/officeDocument/2006/relationships" id="269" r:id="Rb169531c8eb540e2"/>
    <p:sldId xmlns:r="http://schemas.openxmlformats.org/officeDocument/2006/relationships" id="270" r:id="R5555bbb974c54342"/>
    <p:sldId xmlns:r="http://schemas.openxmlformats.org/officeDocument/2006/relationships" id="271" r:id="R46789cd3947e4637"/>
    <p:sldId xmlns:r="http://schemas.openxmlformats.org/officeDocument/2006/relationships" id="272" r:id="Radb7e6e14a714de7"/>
    <p:sldId xmlns:r="http://schemas.openxmlformats.org/officeDocument/2006/relationships" id="273" r:id="R33c6982d0f164a10"/>
    <p:sldId xmlns:r="http://schemas.openxmlformats.org/officeDocument/2006/relationships" id="274" r:id="Rffe873c7dd3f454f"/>
    <p:sldId xmlns:r="http://schemas.openxmlformats.org/officeDocument/2006/relationships" id="275" r:id="Rae6be4a5285e49e9"/>
    <p:sldId xmlns:r="http://schemas.openxmlformats.org/officeDocument/2006/relationships" id="276" r:id="R207557e5564e4d76"/>
    <p:sldId xmlns:r="http://schemas.openxmlformats.org/officeDocument/2006/relationships" id="277" r:id="Rb408a78f335646b2"/>
    <p:sldId xmlns:r="http://schemas.openxmlformats.org/officeDocument/2006/relationships" id="278" r:id="R5832ad1d88cc4fd9"/>
    <p:sldId xmlns:r="http://schemas.openxmlformats.org/officeDocument/2006/relationships" id="279" r:id="R5589a1fbc5a94b67"/>
    <p:sldId xmlns:r="http://schemas.openxmlformats.org/officeDocument/2006/relationships" id="280" r:id="R1cb2156dedfc448b"/>
    <p:sldId xmlns:r="http://schemas.openxmlformats.org/officeDocument/2006/relationships" id="281" r:id="R64e499dadce544ba"/>
    <p:sldId xmlns:r="http://schemas.openxmlformats.org/officeDocument/2006/relationships" id="282" r:id="Rcbce8d0f25344865"/>
    <p:sldId xmlns:r="http://schemas.openxmlformats.org/officeDocument/2006/relationships" id="283" r:id="R01264787c8844dff"/>
    <p:sldId xmlns:r="http://schemas.openxmlformats.org/officeDocument/2006/relationships" id="284" r:id="R8eb5e084793844b0"/>
    <p:sldId xmlns:r="http://schemas.openxmlformats.org/officeDocument/2006/relationships" id="285" r:id="R6351bb96d73c4fbc"/>
    <p:sldId xmlns:r="http://schemas.openxmlformats.org/officeDocument/2006/relationships" id="286" r:id="R529993c5b4e94905"/>
    <p:sldId xmlns:r="http://schemas.openxmlformats.org/officeDocument/2006/relationships" id="287" r:id="R9be5b2e7b6d949fa"/>
    <p:sldId xmlns:r="http://schemas.openxmlformats.org/officeDocument/2006/relationships" id="288" r:id="Rdbe69e29faee4931"/>
    <p:sldId xmlns:r="http://schemas.openxmlformats.org/officeDocument/2006/relationships" id="289" r:id="R3ee987fc0175497a"/>
    <p:sldId xmlns:r="http://schemas.openxmlformats.org/officeDocument/2006/relationships" id="290" r:id="R2b94d4a6f8614755"/>
    <p:sldId xmlns:r="http://schemas.openxmlformats.org/officeDocument/2006/relationships" id="291" r:id="R6cdea51741de491f"/>
    <p:sldId xmlns:r="http://schemas.openxmlformats.org/officeDocument/2006/relationships" id="292" r:id="Rd63f4afbe3b641b8"/>
    <p:sldId xmlns:r="http://schemas.openxmlformats.org/officeDocument/2006/relationships" id="293" r:id="R5fd9c9879bbb415f"/>
    <p:sldId xmlns:r="http://schemas.openxmlformats.org/officeDocument/2006/relationships" id="294" r:id="Rfcd0d00dff4140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10761724464675" /><Relationship Type="http://schemas.openxmlformats.org/officeDocument/2006/relationships/slideMaster" Target="/ppt/slideMasters/slideMaster1.xml" Id="R9e8de04a71eb4d8a" /><Relationship Type="http://schemas.openxmlformats.org/officeDocument/2006/relationships/notesMaster" Target="/ppt/notesMasters/notesMaster1.xml" Id="R49628646c16849b3" /><Relationship Type="http://schemas.openxmlformats.org/officeDocument/2006/relationships/presProps" Target="/ppt/presProps.xml" Id="Rd2308fdb892c43d8" /><Relationship Type="http://schemas.openxmlformats.org/officeDocument/2006/relationships/tableStyles" Target="/ppt/tableStyles.xml" Id="Rf98061a4149e43db" /><Relationship Type="http://schemas.openxmlformats.org/officeDocument/2006/relationships/slide" Target="/ppt/slides/slide1.xml" Id="Rd1ab43bcba884c40" /><Relationship Type="http://schemas.openxmlformats.org/officeDocument/2006/relationships/slide" Target="/ppt/slides/slide2.xml" Id="R834caf86a4fe4824" /><Relationship Type="http://schemas.openxmlformats.org/officeDocument/2006/relationships/slide" Target="/ppt/slides/slide3.xml" Id="Rca532d2a0115478c" /><Relationship Type="http://schemas.openxmlformats.org/officeDocument/2006/relationships/slide" Target="/ppt/slides/slide4.xml" Id="Rd99aca6203c445a6" /><Relationship Type="http://schemas.openxmlformats.org/officeDocument/2006/relationships/slide" Target="/ppt/slides/slide5.xml" Id="R13a08243aabf4564" /><Relationship Type="http://schemas.openxmlformats.org/officeDocument/2006/relationships/slide" Target="/ppt/slides/slide6.xml" Id="Rb9242e9d8cd7488e" /><Relationship Type="http://schemas.openxmlformats.org/officeDocument/2006/relationships/slide" Target="/ppt/slides/slide7.xml" Id="R72c148ef0c804685" /><Relationship Type="http://schemas.openxmlformats.org/officeDocument/2006/relationships/slide" Target="/ppt/slides/slide8.xml" Id="Rfc3370477d4e4446" /><Relationship Type="http://schemas.openxmlformats.org/officeDocument/2006/relationships/slide" Target="/ppt/slides/slide9.xml" Id="R107346f552664f5f" /><Relationship Type="http://schemas.openxmlformats.org/officeDocument/2006/relationships/slide" Target="/ppt/slides/slide10.xml" Id="R01e2285e70be4a6d" /><Relationship Type="http://schemas.openxmlformats.org/officeDocument/2006/relationships/slide" Target="/ppt/slides/slide11.xml" Id="Ree2a4e49ef3f499c" /><Relationship Type="http://schemas.openxmlformats.org/officeDocument/2006/relationships/slide" Target="/ppt/slides/slide12.xml" Id="Rf9f7330e47ae43f6" /><Relationship Type="http://schemas.openxmlformats.org/officeDocument/2006/relationships/slide" Target="/ppt/slides/slide13.xml" Id="Rbdd1645046f446e2" /><Relationship Type="http://schemas.openxmlformats.org/officeDocument/2006/relationships/slide" Target="/ppt/slides/slide14.xml" Id="Rb169531c8eb540e2" /><Relationship Type="http://schemas.openxmlformats.org/officeDocument/2006/relationships/slide" Target="/ppt/slides/slide15.xml" Id="R5555bbb974c54342" /><Relationship Type="http://schemas.openxmlformats.org/officeDocument/2006/relationships/slide" Target="/ppt/slides/slide16.xml" Id="R46789cd3947e4637" /><Relationship Type="http://schemas.openxmlformats.org/officeDocument/2006/relationships/slide" Target="/ppt/slides/slide17.xml" Id="Radb7e6e14a714de7" /><Relationship Type="http://schemas.openxmlformats.org/officeDocument/2006/relationships/slide" Target="/ppt/slides/slide18.xml" Id="R33c6982d0f164a10" /><Relationship Type="http://schemas.openxmlformats.org/officeDocument/2006/relationships/slide" Target="/ppt/slides/slide19.xml" Id="Rffe873c7dd3f454f" /><Relationship Type="http://schemas.openxmlformats.org/officeDocument/2006/relationships/slide" Target="/ppt/slides/slide20.xml" Id="Rae6be4a5285e49e9" /><Relationship Type="http://schemas.openxmlformats.org/officeDocument/2006/relationships/slide" Target="/ppt/slides/slide21.xml" Id="R207557e5564e4d76" /><Relationship Type="http://schemas.openxmlformats.org/officeDocument/2006/relationships/slide" Target="/ppt/slides/slide22.xml" Id="Rb408a78f335646b2" /><Relationship Type="http://schemas.openxmlformats.org/officeDocument/2006/relationships/slide" Target="/ppt/slides/slide23.xml" Id="R5832ad1d88cc4fd9" /><Relationship Type="http://schemas.openxmlformats.org/officeDocument/2006/relationships/slide" Target="/ppt/slides/slide24.xml" Id="R5589a1fbc5a94b67" /><Relationship Type="http://schemas.openxmlformats.org/officeDocument/2006/relationships/slide" Target="/ppt/slides/slide25.xml" Id="R1cb2156dedfc448b" /><Relationship Type="http://schemas.openxmlformats.org/officeDocument/2006/relationships/slide" Target="/ppt/slides/slide26.xml" Id="R64e499dadce544ba" /><Relationship Type="http://schemas.openxmlformats.org/officeDocument/2006/relationships/slide" Target="/ppt/slides/slide27.xml" Id="Rcbce8d0f25344865" /><Relationship Type="http://schemas.openxmlformats.org/officeDocument/2006/relationships/slide" Target="/ppt/slides/slide28.xml" Id="R01264787c8844dff" /><Relationship Type="http://schemas.openxmlformats.org/officeDocument/2006/relationships/slide" Target="/ppt/slides/slide29.xml" Id="R8eb5e084793844b0" /><Relationship Type="http://schemas.openxmlformats.org/officeDocument/2006/relationships/slide" Target="/ppt/slides/slide30.xml" Id="R6351bb96d73c4fbc" /><Relationship Type="http://schemas.openxmlformats.org/officeDocument/2006/relationships/slide" Target="/ppt/slides/slide31.xml" Id="R529993c5b4e94905" /><Relationship Type="http://schemas.openxmlformats.org/officeDocument/2006/relationships/slide" Target="/ppt/slides/slide32.xml" Id="R9be5b2e7b6d949fa" /><Relationship Type="http://schemas.openxmlformats.org/officeDocument/2006/relationships/slide" Target="/ppt/slides/slide33.xml" Id="Rdbe69e29faee4931" /><Relationship Type="http://schemas.openxmlformats.org/officeDocument/2006/relationships/slide" Target="/ppt/slides/slide34.xml" Id="R3ee987fc0175497a" /><Relationship Type="http://schemas.openxmlformats.org/officeDocument/2006/relationships/slide" Target="/ppt/slides/slide35.xml" Id="R2b94d4a6f8614755" /><Relationship Type="http://schemas.openxmlformats.org/officeDocument/2006/relationships/slide" Target="/ppt/slides/slide36.xml" Id="R6cdea51741de491f" /><Relationship Type="http://schemas.openxmlformats.org/officeDocument/2006/relationships/slide" Target="/ppt/slides/slide37.xml" Id="Rd63f4afbe3b641b8" /><Relationship Type="http://schemas.openxmlformats.org/officeDocument/2006/relationships/slide" Target="/ppt/slides/slide38.xml" Id="R5fd9c9879bbb415f" /><Relationship Type="http://schemas.openxmlformats.org/officeDocument/2006/relationships/slide" Target="/ppt/slides/slide39.xml" Id="Rfcd0d00dff4140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a8f450c2a44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c7180b6b0c4a55" /><Relationship Type="http://schemas.openxmlformats.org/officeDocument/2006/relationships/notesMaster" Target="/ppt/notesMasters/notesMaster1.xml" Id="R77d2a0f6a2a9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7fc0e693e428b" /><Relationship Type="http://schemas.openxmlformats.org/officeDocument/2006/relationships/notesMaster" Target="/ppt/notesMasters/notesMaster1.xml" Id="Rc592b923741947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5c68f12f6b4002" /><Relationship Type="http://schemas.openxmlformats.org/officeDocument/2006/relationships/notesMaster" Target="/ppt/notesMasters/notesMaster1.xml" Id="Rd91218a6c74d46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ac107557514749" /><Relationship Type="http://schemas.openxmlformats.org/officeDocument/2006/relationships/notesMaster" Target="/ppt/notesMasters/notesMaster1.xml" Id="Rb73180835b6d42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42cffb6a9419e" /><Relationship Type="http://schemas.openxmlformats.org/officeDocument/2006/relationships/notesMaster" Target="/ppt/notesMasters/notesMaster1.xml" Id="R3e146212264b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c370ebc66474a" /><Relationship Type="http://schemas.openxmlformats.org/officeDocument/2006/relationships/notesMaster" Target="/ppt/notesMasters/notesMaster1.xml" Id="Ra3713977b1e4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5c09b530bd4a1b" /><Relationship Type="http://schemas.openxmlformats.org/officeDocument/2006/relationships/notesMaster" Target="/ppt/notesMasters/notesMaster1.xml" Id="R08c751bfc2c944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199153da254328" /><Relationship Type="http://schemas.openxmlformats.org/officeDocument/2006/relationships/notesMaster" Target="/ppt/notesMasters/notesMaster1.xml" Id="R47bcda41e9c647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cefcfc1c68445c" /><Relationship Type="http://schemas.openxmlformats.org/officeDocument/2006/relationships/notesMaster" Target="/ppt/notesMasters/notesMaster1.xml" Id="Ra8b7bdbc0f274f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0caedf40f40b3" /><Relationship Type="http://schemas.openxmlformats.org/officeDocument/2006/relationships/notesMaster" Target="/ppt/notesMasters/notesMaster1.xml" Id="Raa5f6841322449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2733f59f164e1c" /><Relationship Type="http://schemas.openxmlformats.org/officeDocument/2006/relationships/notesMaster" Target="/ppt/notesMasters/notesMaster1.xml" Id="R0e8f97f2d2074d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8d1a077b3e43ac" /><Relationship Type="http://schemas.openxmlformats.org/officeDocument/2006/relationships/notesMaster" Target="/ppt/notesMasters/notesMaster1.xml" Id="Ra037a438331540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161680c3f9429d" /><Relationship Type="http://schemas.openxmlformats.org/officeDocument/2006/relationships/notesMaster" Target="/ppt/notesMasters/notesMaster1.xml" Id="R230ef659787648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33b4d5f977404e" /><Relationship Type="http://schemas.openxmlformats.org/officeDocument/2006/relationships/notesMaster" Target="/ppt/notesMasters/notesMaster1.xml" Id="Rf3109e9a870b45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407882cd374d4d" /><Relationship Type="http://schemas.openxmlformats.org/officeDocument/2006/relationships/notesMaster" Target="/ppt/notesMasters/notesMaster1.xml" Id="R9168a4f0ea1047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235ae9937141a5" /><Relationship Type="http://schemas.openxmlformats.org/officeDocument/2006/relationships/notesMaster" Target="/ppt/notesMasters/notesMaster1.xml" Id="Rff956f8cd4224e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b18f689f8a43b8" /><Relationship Type="http://schemas.openxmlformats.org/officeDocument/2006/relationships/notesMaster" Target="/ppt/notesMasters/notesMaster1.xml" Id="R102af3d578a84e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7eab3bb1324929" /><Relationship Type="http://schemas.openxmlformats.org/officeDocument/2006/relationships/notesMaster" Target="/ppt/notesMasters/notesMaster1.xml" Id="Rbbbecd2face349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52d5bc653944af" /><Relationship Type="http://schemas.openxmlformats.org/officeDocument/2006/relationships/notesMaster" Target="/ppt/notesMasters/notesMaster1.xml" Id="R5c8ce2398cc243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a60a77cfa24c5c" /><Relationship Type="http://schemas.openxmlformats.org/officeDocument/2006/relationships/notesMaster" Target="/ppt/notesMasters/notesMaster1.xml" Id="R6bd20b1d36b74b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1fd8e9301d4086" /><Relationship Type="http://schemas.openxmlformats.org/officeDocument/2006/relationships/notesMaster" Target="/ppt/notesMasters/notesMaster1.xml" Id="R8816d664aa494d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518fbbd7f947f6" /><Relationship Type="http://schemas.openxmlformats.org/officeDocument/2006/relationships/notesMaster" Target="/ppt/notesMasters/notesMaster1.xml" Id="Re15628a5728d47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7a4a647d364b15" /><Relationship Type="http://schemas.openxmlformats.org/officeDocument/2006/relationships/notesMaster" Target="/ppt/notesMasters/notesMaster1.xml" Id="R7022c8f7662e4e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eb9840fdb34a2a" /><Relationship Type="http://schemas.openxmlformats.org/officeDocument/2006/relationships/notesMaster" Target="/ppt/notesMasters/notesMaster1.xml" Id="Raff9af69b29a4b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7a69eacffa4ef3" /><Relationship Type="http://schemas.openxmlformats.org/officeDocument/2006/relationships/notesMaster" Target="/ppt/notesMasters/notesMaster1.xml" Id="R463cf70e78714b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c712889eea94ad0" /><Relationship Type="http://schemas.openxmlformats.org/officeDocument/2006/relationships/notesMaster" Target="/ppt/notesMasters/notesMaster1.xml" Id="R97b72a00f9f24a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7bada57db8478f" /><Relationship Type="http://schemas.openxmlformats.org/officeDocument/2006/relationships/notesMaster" Target="/ppt/notesMasters/notesMaster1.xml" Id="Re96de1e06c0c42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7fc48d7d0f94a60" /><Relationship Type="http://schemas.openxmlformats.org/officeDocument/2006/relationships/notesMaster" Target="/ppt/notesMasters/notesMaster1.xml" Id="R2c923dba7a7641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64281f0b456490f" /><Relationship Type="http://schemas.openxmlformats.org/officeDocument/2006/relationships/notesMaster" Target="/ppt/notesMasters/notesMaster1.xml" Id="R876bdab71cbd4f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04b954c8d242df" /><Relationship Type="http://schemas.openxmlformats.org/officeDocument/2006/relationships/notesMaster" Target="/ppt/notesMasters/notesMaster1.xml" Id="R5c2f65e4f4a24c2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4f3decc45c64262" /><Relationship Type="http://schemas.openxmlformats.org/officeDocument/2006/relationships/notesMaster" Target="/ppt/notesMasters/notesMaster1.xml" Id="Rc0f9638265e942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2e270a46694f47" /><Relationship Type="http://schemas.openxmlformats.org/officeDocument/2006/relationships/notesMaster" Target="/ppt/notesMasters/notesMaster1.xml" Id="R35c66d1ed2234df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102badb3d40452f" /><Relationship Type="http://schemas.openxmlformats.org/officeDocument/2006/relationships/notesMaster" Target="/ppt/notesMasters/notesMaster1.xml" Id="Rbe85bd040c4d42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e2d08db07a44f9" /><Relationship Type="http://schemas.openxmlformats.org/officeDocument/2006/relationships/notesMaster" Target="/ppt/notesMasters/notesMaster1.xml" Id="Rfde30a83a7a84d5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67e15ac4ab4cc0" /><Relationship Type="http://schemas.openxmlformats.org/officeDocument/2006/relationships/notesMaster" Target="/ppt/notesMasters/notesMaster1.xml" Id="R1aaa4c5cef6e486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fd6ccc533141c5" /><Relationship Type="http://schemas.openxmlformats.org/officeDocument/2006/relationships/notesMaster" Target="/ppt/notesMasters/notesMaster1.xml" Id="R5f49738e0bc3492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683527fbccf4a98" /><Relationship Type="http://schemas.openxmlformats.org/officeDocument/2006/relationships/notesMaster" Target="/ppt/notesMasters/notesMaster1.xml" Id="R900a993951674ca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d54cf4e5bc144b1" /><Relationship Type="http://schemas.openxmlformats.org/officeDocument/2006/relationships/notesMaster" Target="/ppt/notesMasters/notesMaster1.xml" Id="Rf2862f193b7c45c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85155e2b75c4c5b" /><Relationship Type="http://schemas.openxmlformats.org/officeDocument/2006/relationships/notesMaster" Target="/ppt/notesMasters/notesMaster1.xml" Id="R338d3d3ef55c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curso como um percurso completo, não como uma coleção de prompts ou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course/ementa.md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exemplos de situações em que uma resposta rápida pareceu correta antes de ser verificada.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course/topics/CURSO-03.md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tente responder agora. Estas perguntas reaparecem durante todo 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course/topics/CURSO-03.md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curso como uma progressão cumulativa: cada entrega alimenta o encontro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course/topics/CURSO-05.md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01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02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03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04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05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06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07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abrir o encontro 08 e recuperar a entrega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contraste e peça um exemplo do projeto-laboratório para cada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fases antes do laboratório. Os tempos detalhados estão no conteúdo-fonte do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pergunta de saída na retrospectiva. Registre a resposta no rastro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course/topics/MOD-08.md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matriz de riscos e peça que a turma escolha o residual mais relevante do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course/topics/CURSO-06.md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turma localizar uma evidência própria para cada etapa da progressão.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course/topics/CURSO-04.md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pedindo uma decisão concreta: qual projeto, demanda, responsável e janela serão usados no piloto de 30 dias?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method/adoption.md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7ad34a37c4f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b2e16f382247e9" /><Relationship Type="http://schemas.openxmlformats.org/officeDocument/2006/relationships/slideLayout" Target="/ppt/slideLayouts/slideLayout1.xml" Id="R4c1cfdcf1e9d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cfdcf1e9d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1b6614d0e43d9" /><Relationship Type="http://schemas.openxmlformats.org/officeDocument/2006/relationships/notesSlide" Target="/ppt/notesSlides/notesSlide1.xml" Id="R9ab985a2f320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5bb517eb44af0" /><Relationship Type="http://schemas.openxmlformats.org/officeDocument/2006/relationships/notesSlide" Target="/ppt/notesSlides/notesSlide2.xml" Id="R4aa1205909b445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d33a3ec34b44" /><Relationship Type="http://schemas.openxmlformats.org/officeDocument/2006/relationships/notesSlide" Target="/ppt/notesSlides/notesSlide3.xml" Id="Rec692cf3a84b4d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f81c6d07649c3" /><Relationship Type="http://schemas.openxmlformats.org/officeDocument/2006/relationships/notesSlide" Target="/ppt/notesSlides/notesSlide4.xml" Id="Rc1758b5d6a0a4b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1576060064044" /><Relationship Type="http://schemas.openxmlformats.org/officeDocument/2006/relationships/notesSlide" Target="/ppt/notesSlides/notesSlide5.xml" Id="R29e362bb71bb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0fee781764312" /><Relationship Type="http://schemas.openxmlformats.org/officeDocument/2006/relationships/notesSlide" Target="/ppt/notesSlides/notesSlide6.xml" Id="Ra130c31d72fa40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9e1d6412640ff" /><Relationship Type="http://schemas.openxmlformats.org/officeDocument/2006/relationships/notesSlide" Target="/ppt/notesSlides/notesSlide7.xml" Id="R49f8742356894b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de5504eae4cbe" /><Relationship Type="http://schemas.openxmlformats.org/officeDocument/2006/relationships/notesSlide" Target="/ppt/notesSlides/notesSlide8.xml" Id="R2a5e5219dfed44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92e3e37e14168" /><Relationship Type="http://schemas.openxmlformats.org/officeDocument/2006/relationships/notesSlide" Target="/ppt/notesSlides/notesSlide9.xml" Id="R80f91ebfee5543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167bf75504f4a" /><Relationship Type="http://schemas.openxmlformats.org/officeDocument/2006/relationships/notesSlide" Target="/ppt/notesSlides/notesSlide10.xml" Id="R22c21527ed1546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246a6ba6c408a" /><Relationship Type="http://schemas.openxmlformats.org/officeDocument/2006/relationships/notesSlide" Target="/ppt/notesSlides/notesSlide11.xml" Id="R5f04d01028674d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1c8414bc4c9a" /><Relationship Type="http://schemas.openxmlformats.org/officeDocument/2006/relationships/notesSlide" Target="/ppt/notesSlides/notesSlide12.xml" Id="Re1d9c85d9e7945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36d76f2f447a5" /><Relationship Type="http://schemas.openxmlformats.org/officeDocument/2006/relationships/notesSlide" Target="/ppt/notesSlides/notesSlide13.xml" Id="R94eabf4adfd140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9163bc5624197" /><Relationship Type="http://schemas.openxmlformats.org/officeDocument/2006/relationships/notesSlide" Target="/ppt/notesSlides/notesSlide14.xml" Id="R6817ba0efc9b47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7bbab963e4be2" /><Relationship Type="http://schemas.openxmlformats.org/officeDocument/2006/relationships/notesSlide" Target="/ppt/notesSlides/notesSlide15.xml" Id="Ra79b62d4bc5645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7b57f657d41f0" /><Relationship Type="http://schemas.openxmlformats.org/officeDocument/2006/relationships/notesSlide" Target="/ppt/notesSlides/notesSlide16.xml" Id="R1cd62c24c95044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bed36c40a470d" /><Relationship Type="http://schemas.openxmlformats.org/officeDocument/2006/relationships/notesSlide" Target="/ppt/notesSlides/notesSlide17.xml" Id="Rf3adf80d5e2d46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869af977415c" /><Relationship Type="http://schemas.openxmlformats.org/officeDocument/2006/relationships/notesSlide" Target="/ppt/notesSlides/notesSlide18.xml" Id="Re8e7f39fd54240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2b5ee6a4747a5" /><Relationship Type="http://schemas.openxmlformats.org/officeDocument/2006/relationships/notesSlide" Target="/ppt/notesSlides/notesSlide19.xml" Id="R80c2a53a193b4d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c77aa1a164e13" /><Relationship Type="http://schemas.openxmlformats.org/officeDocument/2006/relationships/notesSlide" Target="/ppt/notesSlides/notesSlide20.xml" Id="R986baa3c7b744b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e3c23909a4aa2" /><Relationship Type="http://schemas.openxmlformats.org/officeDocument/2006/relationships/notesSlide" Target="/ppt/notesSlides/notesSlide21.xml" Id="R3fbad6f70f7b49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c73a8921f4469" /><Relationship Type="http://schemas.openxmlformats.org/officeDocument/2006/relationships/notesSlide" Target="/ppt/notesSlides/notesSlide22.xml" Id="R17455df119b74f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99fa916264047" /><Relationship Type="http://schemas.openxmlformats.org/officeDocument/2006/relationships/notesSlide" Target="/ppt/notesSlides/notesSlide23.xml" Id="Ra34e624ffad144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9705c646c479a" /><Relationship Type="http://schemas.openxmlformats.org/officeDocument/2006/relationships/notesSlide" Target="/ppt/notesSlides/notesSlide24.xml" Id="Re534e422f43444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6635995494cbd" /><Relationship Type="http://schemas.openxmlformats.org/officeDocument/2006/relationships/notesSlide" Target="/ppt/notesSlides/notesSlide25.xml" Id="Rb5111ca4b13243a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d91cbf8f04321" /><Relationship Type="http://schemas.openxmlformats.org/officeDocument/2006/relationships/notesSlide" Target="/ppt/notesSlides/notesSlide26.xml" Id="Rf1288ac48a0442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fb4202ce04d3e" /><Relationship Type="http://schemas.openxmlformats.org/officeDocument/2006/relationships/notesSlide" Target="/ppt/notesSlides/notesSlide27.xml" Id="R8b32c2a14adf4e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6ed0369ac43df" /><Relationship Type="http://schemas.openxmlformats.org/officeDocument/2006/relationships/notesSlide" Target="/ppt/notesSlides/notesSlide28.xml" Id="R43a3163549b24f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2344200154cf8" /><Relationship Type="http://schemas.openxmlformats.org/officeDocument/2006/relationships/notesSlide" Target="/ppt/notesSlides/notesSlide29.xml" Id="R376bbf58827048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9445660864680" /><Relationship Type="http://schemas.openxmlformats.org/officeDocument/2006/relationships/notesSlide" Target="/ppt/notesSlides/notesSlide30.xml" Id="R4bbcffdfc8b94a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d1072040941fb" /><Relationship Type="http://schemas.openxmlformats.org/officeDocument/2006/relationships/notesSlide" Target="/ppt/notesSlides/notesSlide31.xml" Id="R44cb93a26d104e7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8fd3a1a8e4101" /><Relationship Type="http://schemas.openxmlformats.org/officeDocument/2006/relationships/notesSlide" Target="/ppt/notesSlides/notesSlide32.xml" Id="Rdf197784e7e4430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b179f1432453a" /><Relationship Type="http://schemas.openxmlformats.org/officeDocument/2006/relationships/notesSlide" Target="/ppt/notesSlides/notesSlide33.xml" Id="R7b6316810228401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3127905ad4907" /><Relationship Type="http://schemas.openxmlformats.org/officeDocument/2006/relationships/notesSlide" Target="/ppt/notesSlides/notesSlide34.xml" Id="Ra3689bd9de59499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8972844b74931" /><Relationship Type="http://schemas.openxmlformats.org/officeDocument/2006/relationships/notesSlide" Target="/ppt/notesSlides/notesSlide35.xml" Id="Rc4b9867a31464b2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e8d4eb2e7427c" /><Relationship Type="http://schemas.openxmlformats.org/officeDocument/2006/relationships/notesSlide" Target="/ppt/notesSlides/notesSlide36.xml" Id="Reb5282696fca49a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d98d4a3e413b" /><Relationship Type="http://schemas.openxmlformats.org/officeDocument/2006/relationships/notesSlide" Target="/ppt/notesSlides/notesSlide37.xml" Id="R738dca859b96442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2a7a0525a4145" /><Relationship Type="http://schemas.openxmlformats.org/officeDocument/2006/relationships/notesSlide" Target="/ppt/notesSlides/notesSlide38.xml" Id="Re2008e466cd4444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b8d0546b74399" /><Relationship Type="http://schemas.openxmlformats.org/officeDocument/2006/relationships/notesSlide" Target="/ppt/notesSlides/notesSlide39.xml" Id="R0a0a079d8eff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0DD39349-67D4-40E7-B714-B937D710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0FAF325B-19F8-49D7-ADD7-4969FBB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973BC95C-DEFA-4B67-A83D-32AD169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83E8CBED-E83A-43A6-A308-1246F4AD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60758E8F-6E1B-4DC0-BB83-E0539A1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E4A69950-7981-4153-9B9B-81AFC0BB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01504894-B89E-4447-917B-2C34023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D756C3F-AA25-47C1-BCB7-469A03C9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52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CORDEL · APRESENTAÇÃO CENTRAL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81799AC-0560-4CFA-9A3C-AC93967E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CORDEL NA PRÁTICA</a:t>
            </a:r>
          </a:p>
        </p:txBody>
      </p:sp>
      <p:sp>
        <p:nvSpPr>
          <p:cNvPr id="10" name="subtitle">
            <a:extLst xmlns:a="http://schemas.openxmlformats.org/drawingml/2006/main">
              <a:ext uri="{FF2B5EF4-FFF2-40B4-BE49-F238E27FC236}">
                <a16:creationId xmlns:a16="http://schemas.microsoft.com/office/drawing/2014/main" id="{A656E448-5E9A-445D-8A75-012535BA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76550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8D8E5"/>
                </a:solidFill>
              </a:defRPr>
            </a:pPr>
            <a:r>
              <a:rPr sz="2100" b="0">
                <a:solidFill>
                  <a:srgbClr val="C8D8E5"/>
                </a:solidFill>
              </a:rPr>
              <a:t>Engenharia de software com agentes, contexto e evidências</a:t>
            </a:r>
          </a:p>
        </p:txBody>
      </p:sp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C25E9AE7-44D2-4DF8-9DE7-46C1A9B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a">
            <a:extLst xmlns:a="http://schemas.openxmlformats.org/drawingml/2006/main">
              <a:ext uri="{FF2B5EF4-FFF2-40B4-BE49-F238E27FC236}">
                <a16:creationId xmlns:a16="http://schemas.microsoft.com/office/drawing/2014/main" id="{ADA9CF7B-970F-4FA1-A52D-14BFEB6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24 HORAS  ·  8 ENCONTROS  ·  1 PROJETO-LABORATÓRIO</a:t>
            </a:r>
          </a:p>
        </p:txBody>
      </p:sp>
    </p:spTree>
    <p:extLst>
      <p:ext uri="{BB962C8B-B14F-4D97-AF65-F5344CB8AC3E}">
        <p14:creationId xmlns:p14="http://schemas.microsoft.com/office/powerpoint/2010/main" val="1143573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E46231DC-4F3F-41D1-A1F6-D4297D7F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CURSO-03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2D1B15-3565-4C9D-A676-7860A1F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A aceleração muda o risco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B0D1FC0-5BA0-451F-9068-B84DDB1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D6C6C3C-6BA4-4736-BCDE-FC2D6CDB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02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CC75DFC9-AAD8-48A5-A0D3-E872F5F8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57972D09-6415-4FB2-A123-6F9DC21D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554"/>
                </a:solidFill>
              </a:defRPr>
            </a:pPr>
            <a:r>
              <a:rPr sz="3150" b="1">
                <a:solidFill>
                  <a:srgbClr val="0B3554"/>
                </a:solidFill>
              </a:rPr>
              <a:t>A IA reduz o intervalo entre uma premissa errada e uma alteração concreta.</a:t>
            </a:r>
          </a:p>
        </p:txBody>
      </p:sp>
      <p:sp>
        <p:nvSpPr>
          <p:cNvPr id="7" name="support">
            <a:extLst xmlns:a="http://schemas.openxmlformats.org/drawingml/2006/main">
              <a:ext uri="{FF2B5EF4-FFF2-40B4-BE49-F238E27FC236}">
                <a16:creationId xmlns:a16="http://schemas.microsoft.com/office/drawing/2014/main" id="{74CCC396-B3BF-46FB-B29A-961CD873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D"/>
                </a:solidFill>
              </a:defRPr>
            </a:pPr>
            <a:r>
              <a:rPr sz="1725" b="0">
                <a:solidFill>
                  <a:srgbClr val="53677D"/>
                </a:solidFill>
              </a:rPr>
              <a:t>O desafio não é apenas produzir código. É preservar origem, decisão, comportamento atual e prova enquanto a execução fica mais rápida.</a:t>
            </a:r>
          </a:p>
        </p:txBody>
      </p:sp>
    </p:spTree>
    <p:extLst>
      <p:ext uri="{BB962C8B-B14F-4D97-AF65-F5344CB8AC3E}">
        <p14:creationId xmlns:p14="http://schemas.microsoft.com/office/powerpoint/2010/main" val="1444652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23A5967-CAC3-4151-AA1F-29C03295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CURSO-03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080583-2E97-4913-8849-C309330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Sete perguntas mantêm o trabalho ligado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CF984A-476B-4678-8855-D3973FAE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6BA5855-B88D-4BB1-BFCD-6766051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03</a:t>
            </a:r>
          </a:p>
        </p:txBody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959C549B-7120-47DD-85A1-A4BD2C9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0F2F46A2-F32B-48C2-B395-E02DBF8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812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Qual necessidade deu origem à mudança?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EBBB5837-0D57-4204-94FB-2DB86D6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00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F3747241-1D5C-43DF-9A3F-3BDAD47D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812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O que é fato, relato, inferência ou decisão?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C74799EB-A08E-4E3A-B244-96900B41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43054CA4-1475-407B-9EE7-568C537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O que o sistema realmente faz hoje?</a:t>
            </a:r>
          </a:p>
        </p:txBody>
      </p:sp>
      <p:sp>
        <p:nvSpPr>
          <p:cNvPr id="11" name="num-3">
            <a:extLst xmlns:a="http://schemas.openxmlformats.org/drawingml/2006/main">
              <a:ext uri="{FF2B5EF4-FFF2-40B4-BE49-F238E27FC236}">
                <a16:creationId xmlns:a16="http://schemas.microsoft.com/office/drawing/2014/main" id="{D8A920DE-FDBC-4CE9-8094-398A2A7C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43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04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31347505-E2DA-44F2-9B6B-955122D7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241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Quem autorizou a mudança de escopo?</a:t>
            </a:r>
          </a:p>
        </p:txBody>
      </p:sp>
      <p:sp>
        <p:nvSpPr>
          <p:cNvPr id="13" name="num-4">
            <a:extLst xmlns:a="http://schemas.openxmlformats.org/drawingml/2006/main">
              <a:ext uri="{FF2B5EF4-FFF2-40B4-BE49-F238E27FC236}">
                <a16:creationId xmlns:a16="http://schemas.microsoft.com/office/drawing/2014/main" id="{6063C0CD-DB71-488B-9BD5-AC029380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05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C7BBCA01-A660-43BD-96BB-8A8A504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Como o resultado será observado?</a:t>
            </a:r>
          </a:p>
        </p:txBody>
      </p:sp>
      <p:sp>
        <p:nvSpPr>
          <p:cNvPr id="15" name="num-5">
            <a:extLst xmlns:a="http://schemas.openxmlformats.org/drawingml/2006/main">
              <a:ext uri="{FF2B5EF4-FFF2-40B4-BE49-F238E27FC236}">
                <a16:creationId xmlns:a16="http://schemas.microsoft.com/office/drawing/2014/main" id="{C4A2354D-97EB-43D1-9DCD-6707ED2B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86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06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23E3436B-BC77-446B-AC19-94D6C896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671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Qual prova sustentará a conclusão?</a:t>
            </a:r>
          </a:p>
        </p:txBody>
      </p:sp>
      <p:sp>
        <p:nvSpPr>
          <p:cNvPr id="17" name="num-6">
            <a:extLst xmlns:a="http://schemas.openxmlformats.org/drawingml/2006/main">
              <a:ext uri="{FF2B5EF4-FFF2-40B4-BE49-F238E27FC236}">
                <a16:creationId xmlns:a16="http://schemas.microsoft.com/office/drawing/2014/main" id="{7D065146-2AFC-40E2-BBA3-59BB8CA3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07</a:t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5CB852F3-F178-4C7B-9117-AFB834D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Como fontes, código e testes voltarão a concordar?</a:t>
            </a:r>
          </a:p>
        </p:txBody>
      </p:sp>
    </p:spTree>
    <p:extLst>
      <p:ext uri="{BB962C8B-B14F-4D97-AF65-F5344CB8AC3E}">
        <p14:creationId xmlns:p14="http://schemas.microsoft.com/office/powerpoint/2010/main" val="492716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57DA2434-DB0A-4CEB-A026-67A2697B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CURSO-05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B56B31-A0EE-4F90-9535-78357CFB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curso acompanha uma única demanda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D823141-CC98-4B89-8C4E-8528F093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BF22928-3148-4835-81FC-25482FB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04</a:t>
            </a:r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7E19070D-D2D9-46B8-9E86-25E6390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77D"/>
                </a:solidFill>
              </a:defRPr>
            </a:pPr>
            <a:r>
              <a:rPr sz="1650" b="0">
                <a:solidFill>
                  <a:srgbClr val="53677D"/>
                </a:solidFill>
              </a:rPr>
              <a:t>A mesma demanda atravessa os oito encontros.</a:t>
            </a:r>
          </a:p>
        </p:txBody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008C6489-8C5A-4A6C-A636-60CD38A8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252987C2-E60B-4A49-A820-B6634956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Diagnosticar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28A82B7C-499A-4572-A516-DCAB57DD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40CAEDE8-E29A-4D9B-B3AF-28082DB4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527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Delimitar o ambiente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563865D3-62BF-4DB4-9948-8130CE8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8A53AC1E-44AA-45CC-A099-D9B30FB2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Configurar fontes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A88A286A-85CB-4F8A-B3E3-90EBDA38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14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04</a:t>
            </a:r>
          </a:p>
        </p:txBody>
      </p:sp>
      <p:sp>
        <p:nvSpPr>
          <p:cNvPr id="13" name="item-3">
            <a:extLst xmlns:a="http://schemas.openxmlformats.org/drawingml/2006/main">
              <a:ext uri="{FF2B5EF4-FFF2-40B4-BE49-F238E27FC236}">
                <a16:creationId xmlns:a16="http://schemas.microsoft.com/office/drawing/2014/main" id="{AB8CAE42-5DAE-4D6E-948C-F501E22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956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Investigar</a:t>
            </a:r>
          </a:p>
        </p:txBody>
      </p:sp>
      <p:sp>
        <p:nvSpPr>
          <p:cNvPr id="14" name="num-4">
            <a:extLst xmlns:a="http://schemas.openxmlformats.org/drawingml/2006/main">
              <a:ext uri="{FF2B5EF4-FFF2-40B4-BE49-F238E27FC236}">
                <a16:creationId xmlns:a16="http://schemas.microsoft.com/office/drawing/2014/main" id="{5DCB872F-3D62-48A1-9C16-46A04E1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05</a:t>
            </a:r>
          </a:p>
        </p:txBody>
      </p:sp>
      <p:sp>
        <p:nvSpPr>
          <p:cNvPr id="15" name="item-4">
            <a:extLst xmlns:a="http://schemas.openxmlformats.org/drawingml/2006/main">
              <a:ext uri="{FF2B5EF4-FFF2-40B4-BE49-F238E27FC236}">
                <a16:creationId xmlns:a16="http://schemas.microsoft.com/office/drawing/2014/main" id="{1B6E964C-CD9E-441A-9BB4-9B6CE894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Preparar</a:t>
            </a:r>
          </a:p>
        </p:txBody>
      </p:sp>
      <p:sp>
        <p:nvSpPr>
          <p:cNvPr id="16" name="num-5">
            <a:extLst xmlns:a="http://schemas.openxmlformats.org/drawingml/2006/main">
              <a:ext uri="{FF2B5EF4-FFF2-40B4-BE49-F238E27FC236}">
                <a16:creationId xmlns:a16="http://schemas.microsoft.com/office/drawing/2014/main" id="{0AA122BD-3B94-49F8-A0E0-0B903457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576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06</a:t>
            </a:r>
          </a:p>
        </p:txBody>
      </p:sp>
      <p:sp>
        <p:nvSpPr>
          <p:cNvPr id="17" name="item-5">
            <a:extLst xmlns:a="http://schemas.openxmlformats.org/drawingml/2006/main">
              <a:ext uri="{FF2B5EF4-FFF2-40B4-BE49-F238E27FC236}">
                <a16:creationId xmlns:a16="http://schemas.microsoft.com/office/drawing/2014/main" id="{7E07571A-3349-4438-BEE9-45B40E69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386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Implementar</a:t>
            </a:r>
          </a:p>
        </p:txBody>
      </p:sp>
      <p:sp>
        <p:nvSpPr>
          <p:cNvPr id="18" name="num-6">
            <a:extLst xmlns:a="http://schemas.openxmlformats.org/drawingml/2006/main">
              <a:ext uri="{FF2B5EF4-FFF2-40B4-BE49-F238E27FC236}">
                <a16:creationId xmlns:a16="http://schemas.microsoft.com/office/drawing/2014/main" id="{26F66A48-278E-44DB-BF37-E244CFD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07</a:t>
            </a:r>
          </a:p>
        </p:txBody>
      </p:sp>
      <p:sp>
        <p:nvSpPr>
          <p:cNvPr id="19" name="item-6">
            <a:extLst xmlns:a="http://schemas.openxmlformats.org/drawingml/2006/main">
              <a:ext uri="{FF2B5EF4-FFF2-40B4-BE49-F238E27FC236}">
                <a16:creationId xmlns:a16="http://schemas.microsoft.com/office/drawing/2014/main" id="{5553E8BA-8D17-45CA-AA32-C431CCC7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Provar</a:t>
            </a:r>
          </a:p>
        </p:txBody>
      </p:sp>
      <p:sp>
        <p:nvSpPr>
          <p:cNvPr id="20" name="num-7">
            <a:extLst xmlns:a="http://schemas.openxmlformats.org/drawingml/2006/main">
              <a:ext uri="{FF2B5EF4-FFF2-40B4-BE49-F238E27FC236}">
                <a16:creationId xmlns:a16="http://schemas.microsoft.com/office/drawing/2014/main" id="{EC8C77D0-26AE-4318-A316-E0F146DA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00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08</a:t>
            </a:r>
          </a:p>
        </p:txBody>
      </p:sp>
      <p:sp>
        <p:nvSpPr>
          <p:cNvPr id="21" name="item-7">
            <a:extLst xmlns:a="http://schemas.openxmlformats.org/drawingml/2006/main">
              <a:ext uri="{FF2B5EF4-FFF2-40B4-BE49-F238E27FC236}">
                <a16:creationId xmlns:a16="http://schemas.microsoft.com/office/drawing/2014/main" id="{2012A021-DF38-45C6-BD18-14CDF3B6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815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Evoluir</a:t>
            </a:r>
          </a:p>
        </p:txBody>
      </p:sp>
    </p:spTree>
    <p:extLst>
      <p:ext uri="{BB962C8B-B14F-4D97-AF65-F5344CB8AC3E}">
        <p14:creationId xmlns:p14="http://schemas.microsoft.com/office/powerpoint/2010/main" val="1964319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26B981F2-77B4-4068-AE7F-CF2E7110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13AC266D-7833-4511-A7F8-6C7FC8F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F7D56752-9F8E-4CF8-8DE9-ED008168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C482334D-DB90-45AE-A2E3-CA3DCCFA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98EE5328-5870-47AE-8B12-F151014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099D4001-231F-47C1-AF59-E4FB8E95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2D0C7D65-BE11-4EFA-AD2E-4ED1130F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6A0075F2-53F8-4F13-B42E-B974A561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MOD-01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0097540-7C96-4993-AA20-FB795215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 problema: IA acelera trabalho e erro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B8AC3F1C-C2FC-4976-8E1F-D622F53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7ACA01C8-4437-4620-99C7-839C255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Velocidade de produção e confiança justificada são medidas diferentes.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842A81B-71A5-4436-88D5-A76D2C06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9262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C69992A3-53F4-4539-A201-F24EFC64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MOD-01-CON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3E43AE-C05C-4001-824E-DE52B50E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Plausibilidade não é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DBB6C44-820F-441A-852F-37D87E08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11D0AD2-81A5-4FC7-AFDB-6AA2A2D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06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0E9D882C-6021-4837-8624-DDDCDD6B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O agente acelera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D8A4E5BC-5297-453D-9611-857C8986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A falha também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068CF57-8C39-4118-9F36-4242129B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5F0A2B86-46A6-4D7A-9CF0-5E732D5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pesquisa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explicação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planejamento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código e testes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374EE196-B33D-4F40-90FD-B7E07CCA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fonte inadequada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suposição coerente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escopo implícito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teste da própria interpretação</a:t>
            </a:r>
          </a:p>
        </p:txBody>
      </p:sp>
    </p:spTree>
    <p:extLst>
      <p:ext uri="{BB962C8B-B14F-4D97-AF65-F5344CB8AC3E}">
        <p14:creationId xmlns:p14="http://schemas.microsoft.com/office/powerpoint/2010/main" val="1318728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A9B1784-4F7D-4170-8637-BDAABCA0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MOD-01-LAB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A9AF4C-EFD1-43B1-8E61-2D5AD04E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875C61D-3815-4EB3-B374-ECEBD92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B185E73-2447-4DD2-B770-920156E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07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7C03356E-B89D-46BD-A7F8-1DF6DA9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1D2E3C10-1A3B-4E2C-8DAF-2580BB15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Responder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28EB80E1-C339-43E7-B7E3-6E6C46B0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D20BBB7F-C90B-4251-BBAE-7F61EE0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Peça um plano para uma demanda ambígua sem corrigir a primeira resposta.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D27962B8-C442-4236-AB80-CF18D27C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BD31C59D-D2A3-4FC8-ACED-49965C40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Auditar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D82DCCEB-575F-4590-A78E-1247A99A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9D6206F6-3DD2-4098-9CC3-0DE930B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Marque fatos, relatos, inferências e decisões escondidas.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39AD3D35-6BF2-4448-AC8B-5F331C2D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DADD35ED-0E79-4DFF-8A7B-C2C6E353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Comparar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58DF91F4-E2A7-46D8-98C3-FDA1FB65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0C7ECDA4-B3CA-4AEE-B840-C294BA6E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Aplique as sete perguntas e registre o que realmente falta.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3B60157-B543-4523-870D-9C393D8D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899A11F8-F637-42F0-8684-557C5605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Diagnóstico inicial do uso ingênuo de IA.</a:t>
            </a:r>
          </a:p>
        </p:txBody>
      </p:sp>
    </p:spTree>
    <p:extLst>
      <p:ext uri="{BB962C8B-B14F-4D97-AF65-F5344CB8AC3E}">
        <p14:creationId xmlns:p14="http://schemas.microsoft.com/office/powerpoint/2010/main" val="178678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2887D2A-B4E9-452C-B786-E341F3C4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MOD-01-ENT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921F23-8525-43B3-9E92-7AFF3195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61E789F-D23A-4810-BC8E-26F04715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C60BF3B-BE3C-4D12-9A20-DB954AE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08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B2108326-9618-4AC6-AB0D-D7EEC180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Resposta original preservada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Mapa de premissas e fontes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Benefícios e riscos observados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Estado provisório justificado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48B8CEB4-B993-4AF3-BDDB-5571C194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3E80F734-C89B-47A1-B46A-BA2CD3E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5EC6F096-51FE-4572-B4CD-F8BCACF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 que teria sido implementado cedo demais?</a:t>
            </a:r>
          </a:p>
        </p:txBody>
      </p:sp>
    </p:spTree>
    <p:extLst>
      <p:ext uri="{BB962C8B-B14F-4D97-AF65-F5344CB8AC3E}">
        <p14:creationId xmlns:p14="http://schemas.microsoft.com/office/powerpoint/2010/main" val="1921005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05559928-2C03-4217-886B-FF7245EC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A1D9C525-B20B-47A5-8D77-5F1909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88D027AC-B3C6-4482-890F-E0E4825E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752DCB6F-243B-4602-BA0F-C5908D4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F16AAB94-3288-431A-BB3B-CB58695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ADA85CB1-4BE9-4AFC-8CB6-0DB0F0B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072C3D87-1274-4178-88B4-8C7989F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F0894EB3-7BC6-4248-ADFA-D1E14CEA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MOD-02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D1C75B6-86B1-44C1-BAB7-B42983F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Modelos, agentes e ambiente de controle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72AC2CB0-EEDA-4465-9246-81BC8FEE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73DB297F-DF83-4E12-9D65-C91041CF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Autonomia emerge de objetivo, contexto, ferramentas, permissões e ciclo de execução.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54277F4E-651C-4FCD-8EDC-E9E142E0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82200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01C303E-CA02-435A-8B84-4B43927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MOD-02-CON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B1D804-81C2-4531-86F0-AE242FB8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Capacidade não concede autoridade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6F35C6-62A8-486D-A27F-397BC4B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17B86A7-578F-4416-B347-68534DF8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10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4B7C9CC2-C94A-4BE8-80F1-3E00BA0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Sistema de execução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729FBA8-AF8E-4806-A3B2-231BACFF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Sistema de controle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951737D2-9DDE-40D0-995D-41F3E23C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3313EF0C-3426-4768-8592-B67CDAAE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modelo interpreta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agente persegue objetivo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ferramenta observa ou altera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MCP integra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C6CB008D-FBB8-4C4E-B089-54068C53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skill orienta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harness delimita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guardrail bloqueia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trace torna inspecionável</a:t>
            </a:r>
          </a:p>
        </p:txBody>
      </p:sp>
    </p:spTree>
    <p:extLst>
      <p:ext uri="{BB962C8B-B14F-4D97-AF65-F5344CB8AC3E}">
        <p14:creationId xmlns:p14="http://schemas.microsoft.com/office/powerpoint/2010/main" val="472411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210CCC6-5B30-49C8-AAA4-D8CA2FEC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MOD-02-LAB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A6C161-D271-4DDC-89AD-C84456A2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A936E6-A0E2-4851-8A7C-5B92C586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BA93F9C-6F89-4A0C-8143-B31833A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11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FEC791B7-3580-4155-A70D-5E523D5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601A5625-F736-4544-A917-8D500DF0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Inventariar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5ADFD3B6-1789-4410-A17A-D2B1E76D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3A1D3B4E-DD7F-4463-A01F-0AF8D5B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Mapeie agente, fontes, skills, ferramentas e integrações.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8A0235A3-C8AE-4597-949C-304C9093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7CD9836A-E6D4-42C4-9223-81A292C7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Classificar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965EF63D-8395-42CC-B5DA-3044FE2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34B2F8D6-5C2C-4347-8143-90A3E76D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Separe leitura, escrita e publicação; avalie impacto e reversibilidade.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77AAE03C-E0BA-48F8-8F74-31FB69FE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7BA895B9-1D29-4E1E-8288-E22FA790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Delimitar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B1DA6E40-54CB-4848-8AC6-3F0E53D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A0D2E4FD-91FE-4CBB-BAF8-B963D147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Defina permissões mínimas, checkpoints e evidência dos controles.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CA04C22-DA5A-4AD9-B91D-BA386579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7C38D507-93F8-4BFA-9B0D-1563651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Mapa do harness e política mínima de permissões.</a:t>
            </a:r>
          </a:p>
        </p:txBody>
      </p:sp>
    </p:spTree>
    <p:extLst>
      <p:ext uri="{BB962C8B-B14F-4D97-AF65-F5344CB8AC3E}">
        <p14:creationId xmlns:p14="http://schemas.microsoft.com/office/powerpoint/2010/main" val="122084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2E82FDF-F9E7-4DFA-AAAC-357D4E68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MOD-02-ENT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D580A4-4A43-42B4-ABC0-65B7DC6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8B9F8B-9637-4FED-B49D-3922E04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6FF958E-22E5-4A78-9EDA-F1AC5DF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12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141549CA-DEE2-465E-B2D1-58F87224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Papéis dos componentes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Fronteiras de confiança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Fluxo de execução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Permissões e checkpoints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3FF2480F-5DB5-4886-948F-DC0BEB4C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0EFB81E7-D032-4D42-8213-3A53433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EB713DC7-8047-4C4E-AD38-61D2AEFD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 que o agente pode fazer — e o que foi autorizado?</a:t>
            </a:r>
          </a:p>
        </p:txBody>
      </p:sp>
    </p:spTree>
    <p:extLst>
      <p:ext uri="{BB962C8B-B14F-4D97-AF65-F5344CB8AC3E}">
        <p14:creationId xmlns:p14="http://schemas.microsoft.com/office/powerpoint/2010/main" val="740475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359D25F7-0C6B-4D89-84F7-B156A7E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60A2FD85-3C80-4B2C-A15D-41F3FE4E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2952055A-9395-407A-890C-F5B2F5D2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59B6A3E9-B1D8-446C-8FCD-CC1DFA0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4E8AC3EE-2EE2-4456-AA6F-8727927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F88FD20F-37D9-46C4-84E5-D61DF84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5087767F-7762-4734-8711-0C6CBB35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AA247B96-3A39-4BB6-9C1A-125152E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MOD-03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88F189-D592-4813-AA5D-2016F062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Fundamentos do Cordel e engenharia de contexto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F4023B75-B4CF-49D9-9EE5-BB7D3251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F1AF435C-5A35-49BD-AEA2-5E3BFA5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O contexto certo precisa ser encontrável, atual e autorizado — não apenas volumoso.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8D91912-F914-441E-8215-1912E64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4067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8310A965-B4F7-4682-987A-8E1990E1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MOD-03-CON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FC2060-1621-4635-BBD8-ED1D2D9A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Fonte, artefato e projeção não são iguais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D0E6AA-984C-4C62-B1E2-5560EFBA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17EA4E8-8CA5-4ACE-B51E-2CDB239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14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27B454C0-5F76-40C9-86B0-1BB416FB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Conhecimento com autoridade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CC68BD22-9543-414F-A53D-EC861B1E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Visões e contexto temporário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94EF48BB-0241-48D2-8A64-541908C6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96FD0BC7-1BB0-4232-B84B-996117D8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requisito e decisão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contexto AS-IS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story e spec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evidência confirmada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7E65F2AF-725F-4844-B513-E47EFB55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índice aponta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matriz projeta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dashboard recalcula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nota local não sustenta o time</a:t>
            </a:r>
          </a:p>
        </p:txBody>
      </p:sp>
    </p:spTree>
    <p:extLst>
      <p:ext uri="{BB962C8B-B14F-4D97-AF65-F5344CB8AC3E}">
        <p14:creationId xmlns:p14="http://schemas.microsoft.com/office/powerpoint/2010/main" val="13858011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94F467AF-2AD1-424B-A78C-E84D86C0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MOD-03-LAB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0934D4-BAC0-449F-B8BF-8C4F9C3F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890491-1663-4B2F-AE2C-E7169D66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58DCE9F-FDEF-4706-B1BE-57A2FBF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15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18526FE5-951F-4972-AE86-0908FA0E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72656618-A1A1-4517-9696-B9959D5B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Inicializar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D1A1D9C0-0139-40FC-95BF-012C40A3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AC7C260A-7665-4E75-AD2B-F802A4F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Crie a estrutura .cordel sem sobrescrever arquivos existentes.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5A6371B2-6730-4130-830E-0EE8301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089091C9-688C-42BB-89C5-398ABCDA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Configurar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D2B183E5-71F9-4111-AF8B-F561B1BC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D269061E-B8E1-49EA-AD77-C8CAC8C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Declare fontes, responsáveis, comandos, identificadores e políticas.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B8CB40AD-7C1C-498A-9407-7EE3696F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3D670C36-6C7A-4BAD-9AAC-ED3E661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Validar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027F1897-866B-4CB1-8CD4-F2357B13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737A7E13-22F3-43A3-B6E4-848152FC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Execute check até GO e liste o que permanece semanticamente aberto.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D11AC2E-67EF-44DB-A224-F56C9DA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BE33D224-D024-4528-82E9-7CA95E5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Adaptador do projeto e inventário de fontes.</a:t>
            </a:r>
          </a:p>
        </p:txBody>
      </p:sp>
    </p:spTree>
    <p:extLst>
      <p:ext uri="{BB962C8B-B14F-4D97-AF65-F5344CB8AC3E}">
        <p14:creationId xmlns:p14="http://schemas.microsoft.com/office/powerpoint/2010/main" val="1795253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7519578-A8DB-443B-8A46-C5476FA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MOD-03-ENT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A34ED1-DD21-4D89-A45E-C4EC5D5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4B94E2-570C-45BE-BB41-097CFA2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D752C4C-0DCD-4602-878E-93ABD00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16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0855D450-C050-41EA-8041-B33B000F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project.json válido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índice curto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fontes com responsável e escopo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GO estrutural com ressalvas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5E255775-FCAD-4302-AA6B-87D0136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1CF15AE7-DEBE-476B-91F7-32030E3E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A3EF3492-ECB9-444C-B59E-707D8511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Onde este fato deve viver — e quem responde por ele?</a:t>
            </a:r>
          </a:p>
        </p:txBody>
      </p:sp>
    </p:spTree>
    <p:extLst>
      <p:ext uri="{BB962C8B-B14F-4D97-AF65-F5344CB8AC3E}">
        <p14:creationId xmlns:p14="http://schemas.microsoft.com/office/powerpoint/2010/main" val="4447262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7DBDE133-7CBF-4CC0-92BF-A666E3CC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9F25FC6E-B25C-4945-953D-870D0913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A6AE2FF7-8943-47F9-9FAD-5148190A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74DDFE52-A817-4D4E-A517-CEBF0D1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065B5796-E317-4672-BCB8-D53469D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566F6870-0419-45E4-9C21-719E1263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608D4906-0167-4F66-A842-10A69433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0EE33B0E-93E0-4CF5-A447-23FF732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MOD-04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76A95AB-837A-4D08-88A6-53CF3135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Origem, triagem e confirmação do AS-IS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66537116-CCFE-4930-B68D-421E3FF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49221DB8-B5E9-4438-81AA-B2E25085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A classificação nasce da relação entre origem, compromisso e comportamento atual.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4D55C1EC-2ED6-4949-AC80-F57E07F1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26218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A2985F-F18D-434B-9697-2D886479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MOD-04-CON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9BF609-679E-4A50-9982-F86D158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Triagem em quatro filtros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25621F-46FA-4D2C-9AAE-0BEB734C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52B5BE5-9367-455C-A90D-CB7D7C3E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18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7E6F546B-871E-42AB-8701-F6B50518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Investigue primeiro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2880737-34B1-4FDD-8820-DB4215C2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Classifique em ordem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1CA518D5-4C28-4AFB-9B5A-837C585A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2C6B88C8-9A5B-4116-9B7D-59A4D02C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preserve o relato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reconcilie o ambiente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leia fontes integrais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inspecione código e testes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BDDC0C96-553D-421C-B5C4-025618E0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defeito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lacuna documental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compromisso existente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escopo novo</a:t>
            </a:r>
          </a:p>
        </p:txBody>
      </p:sp>
    </p:spTree>
    <p:extLst>
      <p:ext uri="{BB962C8B-B14F-4D97-AF65-F5344CB8AC3E}">
        <p14:creationId xmlns:p14="http://schemas.microsoft.com/office/powerpoint/2010/main" val="1829558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1C0B434-034D-4A37-93FF-1E8F84C4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MOD-04-LAB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CF21A5-9D01-4D96-A31A-F43421C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B2D717-F343-4203-AEBE-0C755682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774E20C-5D2F-4FEF-9883-0A2C9D6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19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A42A6FE2-3818-48A9-B5B5-CA46F9E8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32D5257D-FB67-4D79-A86C-BB8223B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Preservar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9A66BE0F-5773-4B74-8B39-40DBE388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B14F6E0E-33BC-40F3-AAC8-B5C577E4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Registre origem, data, autor, ambiente e relato sem interpretação.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ADADCD71-6FFF-4465-BBBA-7F1FED40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85912F12-C4A3-491F-B79A-A7B7676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Confirmar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A6C5F857-46BA-44E5-A179-AD9FB412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C674DD9C-A782-455D-9151-4C77A04D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Construa afirmações com evidência e delimite buscas negativas.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CC880BFA-FD27-4918-8B1B-8F25F13A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B865E105-A327-4854-B8D3-802A907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Classificar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DB1DE201-781A-49D0-8C44-8D7DD2FA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39655A39-74AC-4B2F-9AB9-E1568F72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Aplique os quatro filtros e indique a decisão necessária.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5896AF6-F3D4-46A7-86A1-4069BDE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08856E51-1ED8-4CB1-9123-B2305CC4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Análise de triagem e AS-IS confirmado.</a:t>
            </a:r>
          </a:p>
        </p:txBody>
      </p:sp>
    </p:spTree>
    <p:extLst>
      <p:ext uri="{BB962C8B-B14F-4D97-AF65-F5344CB8AC3E}">
        <p14:creationId xmlns:p14="http://schemas.microsoft.com/office/powerpoint/2010/main" val="18970184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0111E973-D31D-4B0D-9902-7D77778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MOD-04-ENT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7D270E-8CF3-4D79-8E48-1B6F8D84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481B68C-0150-4928-BA6E-EAEC4944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8643132-BCC1-4E33-9474-81B0EB60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20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04009477-7333-4B85-ADB0-F037AB0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Origem preservada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Fontes e evidências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Limites das buscas negativas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Classificação e próxima ação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E70C2CDC-A31D-49E8-A1EC-17BB859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2DC73FC2-E733-4053-8C9D-C523BBC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D4B86015-6EBB-4073-A006-D9E1FF6D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 que sabemos — e até onde nossa busca permite afirmar?</a:t>
            </a:r>
          </a:p>
        </p:txBody>
      </p:sp>
    </p:spTree>
    <p:extLst>
      <p:ext uri="{BB962C8B-B14F-4D97-AF65-F5344CB8AC3E}">
        <p14:creationId xmlns:p14="http://schemas.microsoft.com/office/powerpoint/2010/main" val="6390337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01ABABB7-0F2B-48A6-87D3-3286EBEE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73C020BD-296F-4A2C-BE86-8ACD1C3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2F377E93-B732-49B6-AB80-8FB7E45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9F9AA522-E234-48FF-BE54-4A93730A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557D689B-788E-4658-A81B-9C8275B8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A778C960-2DEE-41D8-AD8B-4763829B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FF34DA1A-CB80-4BC1-B25E-C0B4B00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C01116E1-F643-45C2-8DA2-8C95A83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MOD-05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4EF3593-79DB-4CB9-B122-79CC8A4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Do pedido à unidade verificável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B5319361-E434-497B-BA68-30C9BEB7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85842FCC-041C-465C-909E-24EA222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Pronto significa que não falta decisão bloqueante — não apenas intenção de começar.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727455F-35CF-4119-BE14-96F90975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040463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CDB2543-3C37-413B-8A88-FA2B441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MOD-05-CON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099ED7-3FC8-42B0-A8A8-AADCC7D3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A story preserva uma decisão; não a cria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81BB3E-CEE0-4F96-9DDA-87670869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84ABC12-6854-4538-ACFE-16232AD9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22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EA9AC102-A53B-47CA-8C67-C92EBBBB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Unidade verificável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AC8ACD0-416A-4802-934A-8E3D5FA2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Condições do gate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9CBF75D5-32EC-4ED1-BDD6-3C81FFC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CFF884DA-F13C-4000-9856-096DCD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objetivo observável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escopo e fora do escopo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critérios testáveis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estratégia de prova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C718301E-1E86-4502-A240-848CBAC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origem e autorização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AS-IS confirmado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impactos avaliados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decisões resolvidas</a:t>
            </a:r>
          </a:p>
        </p:txBody>
      </p:sp>
    </p:spTree>
    <p:extLst>
      <p:ext uri="{BB962C8B-B14F-4D97-AF65-F5344CB8AC3E}">
        <p14:creationId xmlns:p14="http://schemas.microsoft.com/office/powerpoint/2010/main" val="846095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40B2FE8-2726-439B-A889-8430E90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MOD-05-LAB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2F897A-6ED9-4170-BB2F-D75427D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3A1EEE-17C9-4E7C-AE7E-B58DECE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A7BBD9E-03E3-4180-96B5-A51059DE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23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1316388F-FEFB-4D1E-B35F-8B78445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9E0F4BF6-9B6C-453D-BCBE-2E84A93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Autorizar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787FAD67-0449-4658-B27C-0DC1CCAB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D5D91B85-643A-45A7-AE54-1FC6961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Registre decisão de produto e seus limites.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D4072023-8ACD-45E4-86E8-7ABBF88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DA02F712-2173-4071-A82E-527DA0B3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Preparar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A9CE611E-D923-4970-86D2-4C0B216C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52F828A7-CE40-4ED7-ADD5-2ED2614D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Escreva story, aceites, prova, impactos e spec quando necessária.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09E1C685-93DA-4DB7-A457-3B830FF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4B7454D1-8803-4AC5-8A33-F963B4D2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Declarar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F2B2148F-905E-4FBF-8787-597C32E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B968EA1D-1652-4ED1-8838-024966F3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Escolha BLOQUEADO, PRONTO PARA ESPECIFICAR ou IMPLEMENTAR.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775B315-806B-4219-BB28-70F589F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A53A95DA-4E16-4677-A89C-1E8862F1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Unidade rastreável e gate de entrada.</a:t>
            </a:r>
          </a:p>
        </p:txBody>
      </p:sp>
    </p:spTree>
    <p:extLst>
      <p:ext uri="{BB962C8B-B14F-4D97-AF65-F5344CB8AC3E}">
        <p14:creationId xmlns:p14="http://schemas.microsoft.com/office/powerpoint/2010/main" val="12324245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7C690299-B202-420A-9EAE-FCB06693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MOD-05-ENT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FF5F69-0AF0-487A-9ED4-9249197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AFBEF3-6EF8-412F-B60E-E0C67FDE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27E8624-0CC7-4809-9F0A-868BCF2A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24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92ABDDBB-6C62-4DFC-994F-20CB9F6B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Decisão registrada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Story com fronteiras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Aceites ligados a provas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Gate com próxima ação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D80A409D-295E-4794-B7F1-98B102DA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F8923836-4B60-4F6C-8CDA-C6BA334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3DEF4CC-E275-410D-AB89-AC564F6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 agente pode implementar sem inventar uma decisão?</a:t>
            </a:r>
          </a:p>
        </p:txBody>
      </p:sp>
    </p:spTree>
    <p:extLst>
      <p:ext uri="{BB962C8B-B14F-4D97-AF65-F5344CB8AC3E}">
        <p14:creationId xmlns:p14="http://schemas.microsoft.com/office/powerpoint/2010/main" val="12650685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A76307D4-6781-455F-B279-0D91E154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6095F2DD-0E1C-42B4-9CC8-9D596778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071BC1C0-D782-4E3C-B9C7-BDA993F2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412B9576-7E38-4EEF-B256-84AE8A3E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D4745E1B-06A9-43D4-93E0-3F279E2F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62182214-4DAC-4D8D-9D82-FCB8B4D0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48D91F0F-7A64-4092-84A3-02162BA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82759F0E-965C-4138-80F1-4936854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MOD-06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347D0AC-EB73-4EED-8A51-25CD68AA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Implementação assistida dentro do gate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067DD53D-B60F-4303-9C3E-3520B68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1157C6B6-C97C-46AB-8F7A-F24BDFA4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O gate permite agir, mas novas evidências ainda podem exigir interrupção ou retorno à triagem.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FD41996-88DC-49DC-8EB5-E85753CB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738097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B6F56F3-5D56-43DE-89CB-F114D73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MOD-06-CON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C0C104-9158-43B2-A345-95B15010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Execute em checkpoints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6AB983-7C72-43A4-A5A4-537653C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0BB66F5-43ED-4ED1-A2CB-E4ABB91B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26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F712D52D-9D5D-46B8-A4A8-D99B321C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Mantenha o fluxo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7723885-07B6-433C-8456-ED50832A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Proteja os limites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75518273-3B61-4A44-A6D2-3BE1DDEA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B0D73DD3-8A39-47F3-87CC-48D6211E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contexto pertinente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plano incremental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diffs pequenos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testes como feedback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AC667C38-6970-45B5-A5E5-3E7AFB79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revalide o ambiente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registre decisões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separe escopo emergente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não publique sem autoridade</a:t>
            </a:r>
          </a:p>
        </p:txBody>
      </p:sp>
    </p:spTree>
    <p:extLst>
      <p:ext uri="{BB962C8B-B14F-4D97-AF65-F5344CB8AC3E}">
        <p14:creationId xmlns:p14="http://schemas.microsoft.com/office/powerpoint/2010/main" val="1798988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275144B-6392-4567-81F2-8A70328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MOD-06-LAB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7AAAE6-939D-418F-80DF-A331318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D23E257-3F6B-480C-87E7-CC76A644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C459405-8C54-47A9-9E0A-352D7E8D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27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41A2B462-E584-4FEB-BC0C-3DBB37A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C1BB1083-2C0B-40F7-A52D-1E44355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Revalidar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5989F3CB-E9D9-41BE-A770-345A9DDF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5E17CA82-6E7A-4026-B2F5-CAD07FA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Confirme gate, branch, fontes e dependências.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F2E8D83B-3A9E-43FD-ACFC-68B60F1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34DBC375-DEB7-4657-96F8-6B283559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Implementar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334BCDEC-933E-4076-90B7-740B0375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07811834-2C09-4263-8102-1A4E623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Trabalhe em passos verificáveis e revise resultados intermediários.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F9E3F744-BEBD-4541-B19D-388060F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821D63A2-BC67-49F9-A0FB-B4A14EC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Separar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CAEEE165-78F6-481D-9C39-557A7AC5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5066B7E9-97C4-4154-81F7-F4F62B4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Devolva escopo novo à triagem sem abandonar o autorizado.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0910BD4-7440-4066-9E6D-A926206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9409AD9E-1E0C-48CD-A166-99332B9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Código, testes e registro da execução.</a:t>
            </a:r>
          </a:p>
        </p:txBody>
      </p:sp>
    </p:spTree>
    <p:extLst>
      <p:ext uri="{BB962C8B-B14F-4D97-AF65-F5344CB8AC3E}">
        <p14:creationId xmlns:p14="http://schemas.microsoft.com/office/powerpoint/2010/main" val="16238472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6545676-2F5C-413E-AFDA-82C96E6A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MOD-06-ENT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02EB2C-1DB2-4C63-94B4-3EEA4E15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D23181-9A1D-4FB6-9386-6BB3FB55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0D6D204-4E4A-46B1-B403-81A8439F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28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6FB6B645-8444-4321-AB60-3DF51E34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Plano incremental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Alteração revisada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Resultados de build e testes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Necessidade emergente separada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E94D83BC-7429-4916-A10A-E44C1EB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3FFF3FCB-1454-41CC-8EA9-414B2E3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A1057F77-C3E7-4A9D-AB20-ACCB422C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Cada arquivo alterado tem motivo no escopo autorizado?</a:t>
            </a:r>
          </a:p>
        </p:txBody>
      </p:sp>
    </p:spTree>
    <p:extLst>
      <p:ext uri="{BB962C8B-B14F-4D97-AF65-F5344CB8AC3E}">
        <p14:creationId xmlns:p14="http://schemas.microsoft.com/office/powerpoint/2010/main" val="19809623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20D959DD-2949-41FD-A483-BA423D4B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09B94B23-3885-4381-B741-689CE27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6A4E0DA0-D1D1-49DA-AA6F-9ABA8E5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56B7A66C-1977-4423-B532-D8E61FD3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0728D535-AD5B-4439-A70E-33F6D18C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EFEC7948-4A5D-4F01-BAFD-A21CC003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FBFFC620-9569-4DED-8032-C26203B0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A978C42F-EA22-461D-8B76-C7F19472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MOD-07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8497E4F-CE68-4CB5-8DC1-5860DF2D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Evidência, rastreabilidade e reconciliação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13E8A2AF-F648-44ED-A5A1-327B3660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FFF699D1-359C-4C51-94FF-79844E0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Implementado descreve trabalho; verificado exige prova pertinente e atual.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DD57445-12CE-43D3-BA96-5917105D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9192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E13ED76-5B5F-4FB4-9082-6B235CA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MOD-07-CON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FF27CF-9E73-4C81-ABC9-4D2A0F0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Vínculo ajuda a navegar; evidência sustenta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3A037D-7D8B-4094-9F36-F51CF0D6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9A272D2-6C74-4E85-BEB8-9E0BB29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30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6F88DB38-132D-4B24-8308-AD3578AC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Confirme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D8A1167-2D84-48F7-A618-A343A8ED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Reconcilie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1C1CB452-4737-4A04-B36E-3377E34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5959E25D-286B-4604-83B7-E2CE03B3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aceite por aceite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localização e autoridade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pertinência semântica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revisão independente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11DB441C-7D96-43B2-BBFE-CB5E0CE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contexto AS-IS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story e spec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decisões e dependências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projeções regeneradas</a:t>
            </a:r>
          </a:p>
        </p:txBody>
      </p:sp>
    </p:spTree>
    <p:extLst>
      <p:ext uri="{BB962C8B-B14F-4D97-AF65-F5344CB8AC3E}">
        <p14:creationId xmlns:p14="http://schemas.microsoft.com/office/powerpoint/2010/main" val="823846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0191A45-A6CE-4916-968A-21D311B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MOD-07-LAB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D3A35B-DCCA-4430-BFBE-176CF5C0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C13422-EAD8-4098-A001-9AB1969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6BBC3C1-CE7D-484F-93DA-9CE82032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31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08DFF284-E342-42B1-BBDF-824E8483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FAF4CDFA-76B3-4D2B-BE14-1B23A6B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Provar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F56CBBA9-D91F-45D5-BCDE-B32CDE8A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C5C07981-0D22-49B9-B1E9-F0DFE035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Execute a estratégia e registre ambiente, dados e resultado.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66976E30-B52D-49D8-97D6-CE6D06E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A79DE1A8-39E1-4CE0-B495-BCB9F68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Auditar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AF29E323-0FAC-4A21-9FD9-5DD26FD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F9FDD906-327F-4A7B-9C1F-3764B186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Outro grupo tenta percorrer afirmação, vínculo e evidência.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C3EBABCB-A2CC-40BD-AD95-AE0CABBC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E8789939-3009-4874-B9F8-E782B7DA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Reconciliar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B30CBD3B-62C6-4209-A5C4-24EC5508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8D91AA78-72B2-4F87-AAF2-344B8284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Atualize fontes e atribua veredito final sem esconder lacunas.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3859CB7-88FB-4C01-8EAD-D40CC97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B5A566D6-F9AB-4EAB-A6F0-EED65813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Dossiê final e estado justificado.</a:t>
            </a:r>
          </a:p>
        </p:txBody>
      </p:sp>
    </p:spTree>
    <p:extLst>
      <p:ext uri="{BB962C8B-B14F-4D97-AF65-F5344CB8AC3E}">
        <p14:creationId xmlns:p14="http://schemas.microsoft.com/office/powerpoint/2010/main" val="14118309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8E2EEF0E-4D2E-480E-AFA2-030AC460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MOD-07-ENT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BEA295-F346-49DD-B326-2D2A141E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344179-5BD3-4E3A-84CC-26E030D5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2C14320-B04F-4FEB-BB16-88C474F5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32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1942EDA2-4B09-4E3D-B751-16B1DEF0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Tabela aceite-prova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Parecer independente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Fontes reconciliadas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Veredito final por condição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4A3D54A2-1A8D-45A1-BBBA-E6B786B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AA2B2C18-B057-4D71-A37A-34A436DC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40B0C072-30BA-42E9-81E7-A57AE246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Outra pessoa consegue confirmar sem explicação oral?</a:t>
            </a:r>
          </a:p>
        </p:txBody>
      </p:sp>
    </p:spTree>
    <p:extLst>
      <p:ext uri="{BB962C8B-B14F-4D97-AF65-F5344CB8AC3E}">
        <p14:creationId xmlns:p14="http://schemas.microsoft.com/office/powerpoint/2010/main" val="5564269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3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read-0">
            <a:extLst xmlns:a="http://schemas.openxmlformats.org/drawingml/2006/main">
              <a:ext uri="{FF2B5EF4-FFF2-40B4-BE49-F238E27FC236}">
                <a16:creationId xmlns:a16="http://schemas.microsoft.com/office/drawing/2014/main" id="{EC4E3C3F-129C-4689-88A4-BE5BA0A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hread-1">
            <a:extLst xmlns:a="http://schemas.openxmlformats.org/drawingml/2006/main">
              <a:ext uri="{FF2B5EF4-FFF2-40B4-BE49-F238E27FC236}">
                <a16:creationId xmlns:a16="http://schemas.microsoft.com/office/drawing/2014/main" id="{6AF3F1E9-4396-4FAC-BD57-4B64B16C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read-2">
            <a:extLst xmlns:a="http://schemas.openxmlformats.org/drawingml/2006/main">
              <a:ext uri="{FF2B5EF4-FFF2-40B4-BE49-F238E27FC236}">
                <a16:creationId xmlns:a16="http://schemas.microsoft.com/office/drawing/2014/main" id="{C988A87F-6681-422A-A4B7-B620012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ad-3">
            <a:extLst xmlns:a="http://schemas.openxmlformats.org/drawingml/2006/main">
              <a:ext uri="{FF2B5EF4-FFF2-40B4-BE49-F238E27FC236}">
                <a16:creationId xmlns:a16="http://schemas.microsoft.com/office/drawing/2014/main" id="{59C09CD5-6F4C-43DD-B779-251AF0C1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read-4">
            <a:extLst xmlns:a="http://schemas.openxmlformats.org/drawingml/2006/main">
              <a:ext uri="{FF2B5EF4-FFF2-40B4-BE49-F238E27FC236}">
                <a16:creationId xmlns:a16="http://schemas.microsoft.com/office/drawing/2014/main" id="{8857E491-A7EB-4C67-A5EB-6C8BF2AF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read-5">
            <a:extLst xmlns:a="http://schemas.openxmlformats.org/drawingml/2006/main">
              <a:ext uri="{FF2B5EF4-FFF2-40B4-BE49-F238E27FC236}">
                <a16:creationId xmlns:a16="http://schemas.microsoft.com/office/drawing/2014/main" id="{060AA16C-97C3-4071-806E-5F7A715A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read-6">
            <a:extLst xmlns:a="http://schemas.openxmlformats.org/drawingml/2006/main">
              <a:ext uri="{FF2B5EF4-FFF2-40B4-BE49-F238E27FC236}">
                <a16:creationId xmlns:a16="http://schemas.microsoft.com/office/drawing/2014/main" id="{C72AA50E-9B99-4F0B-8A2F-1D6576D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">
            <a:extLst xmlns:a="http://schemas.openxmlformats.org/drawingml/2006/main">
              <a:ext uri="{FF2B5EF4-FFF2-40B4-BE49-F238E27FC236}">
                <a16:creationId xmlns:a16="http://schemas.microsoft.com/office/drawing/2014/main" id="{4C531CBD-0C05-4D89-9512-60B4D2D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DEDC"/>
                </a:solidFill>
              </a:defRPr>
            </a:pPr>
            <a:r>
              <a:rPr sz="1125" b="1">
                <a:solidFill>
                  <a:srgbClr val="82DEDC"/>
                </a:solidFill>
              </a:rPr>
              <a:t>MOD-08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B393794-29F2-4AF0-90BA-4C1C64E7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Evolução do método e operação em equipe</a:t>
            </a:r>
          </a:p>
        </p:txBody>
      </p:sp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5C469673-3A88-4724-AEE0-D70AFD05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">
            <a:extLst xmlns:a="http://schemas.openxmlformats.org/drawingml/2006/main">
              <a:ext uri="{FF2B5EF4-FFF2-40B4-BE49-F238E27FC236}">
                <a16:creationId xmlns:a16="http://schemas.microsoft.com/office/drawing/2014/main" id="{5165C9A5-31BD-461B-92E1-D5054FFA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8E5"/>
                </a:solidFill>
              </a:defRPr>
            </a:pPr>
            <a:r>
              <a:rPr sz="1875" b="0">
                <a:solidFill>
                  <a:srgbClr val="C8D8E5"/>
                </a:solidFill>
              </a:rPr>
              <a:t>O núcleo evolui por recorrência ou risco; particularidades continuam no adaptador.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D82541C-4082-42CB-AF97-F4FF77D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DEDC"/>
                </a:solidFill>
              </a:defRPr>
            </a:pPr>
            <a:r>
              <a:rPr sz="900" b="1">
                <a:solidFill>
                  <a:srgbClr val="82DEDC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151620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3A485D2-EC08-419B-A78B-3F52FC3D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MOD-08-CON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6C8F4D-0C2E-4DFE-B14C-69B45CB0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Toda melhoria precisa de destino e hipótese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FD7E1B-13FD-4F58-9812-B353BF0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F9024E4-3447-4631-A85A-F77981FC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34</a:t>
            </a:r>
          </a:p>
        </p:txBody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6D75CF83-3918-4528-A165-700DE8C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DA0"/>
                </a:solidFill>
              </a:defRPr>
            </a:pPr>
            <a:r>
              <a:rPr sz="1800" b="1">
                <a:solidFill>
                  <a:srgbClr val="168DA0"/>
                </a:solidFill>
              </a:rPr>
              <a:t>Observe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808C90C2-5400-46E4-B3DC-40368E7E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D49"/>
                </a:solidFill>
              </a:defRPr>
            </a:pPr>
            <a:r>
              <a:rPr sz="1800" b="1">
                <a:solidFill>
                  <a:srgbClr val="B54D49"/>
                </a:solidFill>
              </a:rPr>
              <a:t>Decida o destino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85C7956B-21DE-45D5-AC10-FDC24513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12353B19-762C-462C-8C3C-E8C4A4B4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erros evitados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informação redescoberta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controle ausente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campo sem efeito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1110F42E-DF36-467F-8717-DCC4342D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núcleo portátil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adaptador do projeto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skill ou script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• contexto local</a:t>
            </a:r>
          </a:p>
        </p:txBody>
      </p:sp>
    </p:spTree>
    <p:extLst>
      <p:ext uri="{BB962C8B-B14F-4D97-AF65-F5344CB8AC3E}">
        <p14:creationId xmlns:p14="http://schemas.microsoft.com/office/powerpoint/2010/main" val="158456700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12B71D2-16F2-45C9-9D9E-B1DA053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MOD-08-LAB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5A71B3-DD29-43F9-BC20-D1E72689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Prática orientada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61BB54-D419-4DB5-8933-FE50E95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B961B09-8DBC-4333-9240-2A8F2F4A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35</a:t>
            </a:r>
          </a:p>
        </p:txBody>
      </p:sp>
      <p:sp>
        <p:nvSpPr>
          <p:cNvPr id="5" name="phase-id-0">
            <a:extLst xmlns:a="http://schemas.openxmlformats.org/drawingml/2006/main">
              <a:ext uri="{FF2B5EF4-FFF2-40B4-BE49-F238E27FC236}">
                <a16:creationId xmlns:a16="http://schemas.microsoft.com/office/drawing/2014/main" id="{34229BE7-3D41-4636-A3A7-DCA859D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8FD7EF6D-2649-4C2E-BB41-75C88E32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Inventariar</a:t>
            </a:r>
          </a:p>
        </p:txBody>
      </p:sp>
      <p:sp>
        <p:nvSpPr>
          <p:cNvPr id="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18F43962-DB87-491B-B8D7-AF7AE98A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8BD98212-74E8-4912-8D2F-D378D0B5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Use o rastro real dos oito encontros.</a:t>
            </a:r>
          </a:p>
        </p:txBody>
      </p:sp>
      <p:sp>
        <p:nvSpPr>
          <p:cNvPr id="9" name="phase-id-1">
            <a:extLst xmlns:a="http://schemas.openxmlformats.org/drawingml/2006/main">
              <a:ext uri="{FF2B5EF4-FFF2-40B4-BE49-F238E27FC236}">
                <a16:creationId xmlns:a16="http://schemas.microsoft.com/office/drawing/2014/main" id="{6E3F222C-06D0-4C42-8520-F6A1AEC7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91F74D8B-901B-4880-A527-520C33E1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Propor</a:t>
            </a:r>
          </a:p>
        </p:txBody>
      </p:sp>
      <p:sp>
        <p:nvSpPr>
          <p:cNvPr id="11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84A17C9F-5B35-4529-8CDA-AFCE1BF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2A7AE968-13DD-4595-8EB8-8C2FEA4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Descreva problema, evidência, alcance, efeito esperado e custo.</a:t>
            </a:r>
          </a:p>
        </p:txBody>
      </p:sp>
      <p:sp>
        <p:nvSpPr>
          <p:cNvPr id="13" name="phase-id-2">
            <a:extLst xmlns:a="http://schemas.openxmlformats.org/drawingml/2006/main">
              <a:ext uri="{FF2B5EF4-FFF2-40B4-BE49-F238E27FC236}">
                <a16:creationId xmlns:a16="http://schemas.microsoft.com/office/drawing/2014/main" id="{570F049A-A963-4403-919E-0448E76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57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185D27BA-F479-4B6C-A4D9-A2DAB46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00300"/>
            <a:ext cx="340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554"/>
                </a:solidFill>
              </a:defRPr>
            </a:pPr>
            <a:r>
              <a:rPr sz="1800" b="1">
                <a:solidFill>
                  <a:srgbClr val="0B3554"/>
                </a:solidFill>
              </a:rPr>
              <a:t>Avaliar</a:t>
            </a:r>
          </a:p>
        </p:txBody>
      </p:sp>
      <p:sp>
        <p:nvSpPr>
          <p:cNvPr id="15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62ECDD46-B521-45D8-AE6A-E9C87F5A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048000"/>
            <a:ext cx="340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10A44073-6746-480E-96D3-048AD7E5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295650"/>
            <a:ext cx="3403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D"/>
                </a:solidFill>
              </a:defRPr>
            </a:pPr>
            <a:r>
              <a:rPr sz="1425" b="0">
                <a:solidFill>
                  <a:srgbClr val="53677D"/>
                </a:solidFill>
              </a:rPr>
              <a:t>Crie casos comum, limite e adversarial; planeje piloto de 30 dias.</a:t>
            </a:r>
          </a:p>
        </p:txBody>
      </p:sp>
      <p:sp>
        <p:nvSpPr>
          <p:cNvPr id="1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32F1365-D0A4-4FEF-9CC3-80A2757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4D49"/>
                </a:solidFill>
              </a:defRPr>
            </a:pPr>
            <a:r>
              <a:rPr sz="975" b="1">
                <a:solidFill>
                  <a:srgbClr val="B54D49"/>
                </a:solidFill>
              </a:rPr>
              <a:t>ENTREGA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0EB7353F-3B41-438C-8034-3FD9A09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Proposta de evolução, evals e plano de adoção.</a:t>
            </a:r>
          </a:p>
        </p:txBody>
      </p:sp>
    </p:spTree>
    <p:extLst>
      <p:ext uri="{BB962C8B-B14F-4D97-AF65-F5344CB8AC3E}">
        <p14:creationId xmlns:p14="http://schemas.microsoft.com/office/powerpoint/2010/main" val="2072682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BA83B16-D915-4712-BE9D-D348E0B3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MOD-08-ENT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FB168D-B1FC-42F3-BBD2-CFD34396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encontro termina com evidência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E5B270-CD65-4A1E-8C1E-5BF71993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AD33748-CBA4-4DE7-A390-44D25B98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36</a:t>
            </a:r>
          </a:p>
        </p:txBody>
      </p:sp>
      <p:sp>
        <p:nvSpPr>
          <p:cNvPr id="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482ADFC8-2C7F-4E17-B840-B8F906CE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Retrospectiva baseada em dados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Hipótese de melhoria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Casos de avaliação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✓  Plano de adoção de 30 dias</a:t>
            </a:r>
          </a:p>
        </p:txBody>
      </p:sp>
      <p:sp>
        <p:nvSpPr>
          <p:cNvPr id="6" name="question-bg">
            <a:extLst xmlns:a="http://schemas.openxmlformats.org/drawingml/2006/main">
              <a:ext uri="{FF2B5EF4-FFF2-40B4-BE49-F238E27FC236}">
                <a16:creationId xmlns:a16="http://schemas.microsoft.com/office/drawing/2014/main" id="{147130FC-0CBA-439F-A702-BD72611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98DC869D-834F-4637-9419-F81A00C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2DEDC"/>
                </a:solidFill>
              </a:defRPr>
            </a:pPr>
            <a:r>
              <a:rPr sz="975" b="1">
                <a:solidFill>
                  <a:srgbClr val="82DEDC"/>
                </a:solidFill>
              </a:rPr>
              <a:t>PERGUNTA DE SAÍDA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D7D17534-4C1E-4D31-90C9-9C69C05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Esta regra resolve um problema portátil ou apenas nosso cenário?</a:t>
            </a:r>
          </a:p>
        </p:txBody>
      </p:sp>
    </p:spTree>
    <p:extLst>
      <p:ext uri="{BB962C8B-B14F-4D97-AF65-F5344CB8AC3E}">
        <p14:creationId xmlns:p14="http://schemas.microsoft.com/office/powerpoint/2010/main" val="10343067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3E89431-2B25-4F51-8D20-88400859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CURSO-06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85D2B1-7502-4992-A1E4-539DC6C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O controle preserva o benefício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9BE693-26AE-456F-8E02-257F3619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936F511-E577-4965-9031-4031FB7F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37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8A07B729-F1B5-4C61-B5C3-01D8D6C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2328147D-44B6-49B8-93E5-15AE56B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554"/>
                </a:solidFill>
              </a:defRPr>
            </a:pPr>
            <a:r>
              <a:rPr sz="3150" b="1">
                <a:solidFill>
                  <a:srgbClr val="0B3554"/>
                </a:solidFill>
              </a:rPr>
              <a:t>Toda capacidade que acelera uma entrega também pode acelerar uma falha.</a:t>
            </a:r>
          </a:p>
        </p:txBody>
      </p:sp>
      <p:sp>
        <p:nvSpPr>
          <p:cNvPr id="7" name="support">
            <a:extLst xmlns:a="http://schemas.openxmlformats.org/drawingml/2006/main">
              <a:ext uri="{FF2B5EF4-FFF2-40B4-BE49-F238E27FC236}">
                <a16:creationId xmlns:a16="http://schemas.microsoft.com/office/drawing/2014/main" id="{B5A37976-1516-46C4-A1A3-0AAD337B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D"/>
                </a:solidFill>
              </a:defRPr>
            </a:pPr>
            <a:r>
              <a:rPr sz="1725" b="0">
                <a:solidFill>
                  <a:srgbClr val="53677D"/>
                </a:solidFill>
              </a:rPr>
              <a:t>Analise contexto, capacidade, mecanismo de falha, impacto, controle, evidência, risco residual e responsável pela decisão.</a:t>
            </a:r>
          </a:p>
        </p:txBody>
      </p:sp>
    </p:spTree>
    <p:extLst>
      <p:ext uri="{BB962C8B-B14F-4D97-AF65-F5344CB8AC3E}">
        <p14:creationId xmlns:p14="http://schemas.microsoft.com/office/powerpoint/2010/main" val="1958117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9DAF46C-7009-422C-9D06-AED4A6D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CURSO-04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3D7721-C27B-4095-9A23-753A22AD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Aprendizagem aparece no rastro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325CED-E14E-4B1B-86CE-EDD72EE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A025201-F08F-4D30-99DF-4A5DD242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38</a:t>
            </a:r>
          </a:p>
        </p:txBody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4DA007BD-AFF5-41C3-A6B5-4371C97C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01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09C541FF-E755-453D-AC8B-C75B957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812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Compreender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8A5DA5A1-3C28-40E7-B0FD-C771A1D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00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02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B506A48-8773-4E48-A5BE-E7F77F80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812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Investigar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13D594FE-24C9-4618-9AA7-DD9BD15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03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09854494-8E85-4971-92CE-005D80F8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Preparar</a:t>
            </a:r>
          </a:p>
        </p:txBody>
      </p:sp>
      <p:sp>
        <p:nvSpPr>
          <p:cNvPr id="11" name="num-3">
            <a:extLst xmlns:a="http://schemas.openxmlformats.org/drawingml/2006/main">
              <a:ext uri="{FF2B5EF4-FFF2-40B4-BE49-F238E27FC236}">
                <a16:creationId xmlns:a16="http://schemas.microsoft.com/office/drawing/2014/main" id="{F9E48D7E-95D5-482E-A9C2-A65F44F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43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04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E75388CF-C61C-4DE5-82E9-D11AA97F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2415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Executar com controle</a:t>
            </a:r>
          </a:p>
        </p:txBody>
      </p:sp>
      <p:sp>
        <p:nvSpPr>
          <p:cNvPr id="13" name="num-4">
            <a:extLst xmlns:a="http://schemas.openxmlformats.org/drawingml/2006/main">
              <a:ext uri="{FF2B5EF4-FFF2-40B4-BE49-F238E27FC236}">
                <a16:creationId xmlns:a16="http://schemas.microsoft.com/office/drawing/2014/main" id="{01E53A11-6D9B-4153-B96E-350DBF32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05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28053009-00DC-400C-8DEB-B668D77C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Provar e reconciliar</a:t>
            </a:r>
          </a:p>
        </p:txBody>
      </p:sp>
      <p:sp>
        <p:nvSpPr>
          <p:cNvPr id="15" name="num-5">
            <a:extLst xmlns:a="http://schemas.openxmlformats.org/drawingml/2006/main">
              <a:ext uri="{FF2B5EF4-FFF2-40B4-BE49-F238E27FC236}">
                <a16:creationId xmlns:a16="http://schemas.microsoft.com/office/drawing/2014/main" id="{79D9CE05-3470-4713-B855-BEE65605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86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DA0"/>
                </a:solidFill>
              </a:defRPr>
            </a:pPr>
            <a:r>
              <a:rPr sz="1050" b="1">
                <a:solidFill>
                  <a:srgbClr val="168DA0"/>
                </a:solidFill>
              </a:rPr>
              <a:t>06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97EA2D65-A3BE-47FF-9AA3-3BAD9FD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671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A"/>
                </a:solidFill>
              </a:defRPr>
            </a:pPr>
            <a:r>
              <a:rPr sz="1650" b="0">
                <a:solidFill>
                  <a:srgbClr val="13243A"/>
                </a:solidFill>
              </a:rPr>
              <a:t>Evoluir</a:t>
            </a:r>
          </a:p>
        </p:txBody>
      </p:sp>
    </p:spTree>
    <p:extLst>
      <p:ext uri="{BB962C8B-B14F-4D97-AF65-F5344CB8AC3E}">
        <p14:creationId xmlns:p14="http://schemas.microsoft.com/office/powerpoint/2010/main" val="162316373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40F88A1-9D12-4AD5-91CA-015FDD00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DA0"/>
                </a:solidFill>
              </a:defRPr>
            </a:pPr>
            <a:r>
              <a:rPr sz="975" b="1">
                <a:solidFill>
                  <a:srgbClr val="168DA0"/>
                </a:solidFill>
              </a:rPr>
              <a:t>FECHAMENTO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CC067F-5687-494B-95C3-00B5D973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3554"/>
                </a:solidFill>
              </a:defRPr>
            </a:pPr>
            <a:r>
              <a:rPr sz="2850" b="1">
                <a:solidFill>
                  <a:srgbClr val="0B3554"/>
                </a:solidFill>
              </a:rPr>
              <a:t>Velocidade com confiança justificada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B22AD31-D046-420B-B6FC-4F2D6D99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104942E-A069-4885-AA0A-E36CF51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77D"/>
                </a:solidFill>
              </a:defRPr>
            </a:pPr>
            <a:r>
              <a:rPr sz="900" b="1">
                <a:solidFill>
                  <a:srgbClr val="53677D"/>
                </a:solidFill>
              </a:rPr>
              <a:t>39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DB203668-46A5-480C-BBE1-1E9899A5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7BC77C80-2717-4856-8B0E-718A0087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554"/>
                </a:solidFill>
              </a:defRPr>
            </a:pPr>
            <a:r>
              <a:rPr sz="3150" b="1">
                <a:solidFill>
                  <a:srgbClr val="0B3554"/>
                </a:solidFill>
              </a:rPr>
              <a:t>O Cordel não garante que o agente acerte. Ele torna origem, decisão, incerteza e prova visíveis.</a:t>
            </a:r>
          </a:p>
        </p:txBody>
      </p:sp>
      <p:sp>
        <p:nvSpPr>
          <p:cNvPr id="7" name="support">
            <a:extLst xmlns:a="http://schemas.openxmlformats.org/drawingml/2006/main">
              <a:ext uri="{FF2B5EF4-FFF2-40B4-BE49-F238E27FC236}">
                <a16:creationId xmlns:a16="http://schemas.microsoft.com/office/drawing/2014/main" id="{5F2304EB-62B1-4EC9-8093-4B6BA5F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D"/>
                </a:solidFill>
              </a:defRPr>
            </a:pPr>
            <a:r>
              <a:rPr sz="1725" b="0">
                <a:solidFill>
                  <a:srgbClr val="53677D"/>
                </a:solidFill>
              </a:rPr>
              <a:t>A próxima ação é escolher uma demanda pequena, percorrer a cadeia completa e evoluir o método somente com evidência de uso.</a:t>
            </a:r>
          </a:p>
        </p:txBody>
      </p:sp>
    </p:spTree>
    <p:extLst>
      <p:ext uri="{BB962C8B-B14F-4D97-AF65-F5344CB8AC3E}">
        <p14:creationId xmlns:p14="http://schemas.microsoft.com/office/powerpoint/2010/main" val="885087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2026-08-24T14:36:17.3110000Z</dcterms:created>
  <dcterms:modified xsi:type="dcterms:W3CDTF">2026-08-24T14:36:17.3110000Z</dcterms:modified>
</coreProperties>
</file>